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Geologica Medium"/>
      <p:regular r:id="rId20"/>
      <p:bold r:id="rId21"/>
    </p:embeddedFont>
    <p:embeddedFont>
      <p:font typeface="Geologica"/>
      <p:regular r:id="rId22"/>
      <p:bold r:id="rId23"/>
    </p:embeddedFont>
    <p:embeddedFont>
      <p:font typeface="Geologica Light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h4/iE5EBF2FK7sC0plLRrYIEk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ologicaMedium-regular.fntdata"/><Relationship Id="rId22" Type="http://schemas.openxmlformats.org/officeDocument/2006/relationships/font" Target="fonts/Geologica-regular.fntdata"/><Relationship Id="rId21" Type="http://schemas.openxmlformats.org/officeDocument/2006/relationships/font" Target="fonts/GeologicaMedium-bold.fntdata"/><Relationship Id="rId24" Type="http://schemas.openxmlformats.org/officeDocument/2006/relationships/font" Target="fonts/GeologicaLight-regular.fntdata"/><Relationship Id="rId23" Type="http://schemas.openxmlformats.org/officeDocument/2006/relationships/font" Target="fonts/Geologic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Geologica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146fba93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2f146fba93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2f146fba93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fab7874a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37fab7874a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c9ae88fcc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7c9ae88fcc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fab7874a6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37fab7874a6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fab7874a6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37fab7874a6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fab7874a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7fab7874a6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cf7d6601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7cf7d6601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fab7874a6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7fab7874a6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7fab7874a6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7fab7874a6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7fab7874a6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 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type="title"/>
          </p:nvPr>
        </p:nvSpPr>
        <p:spPr>
          <a:xfrm>
            <a:off x="594749" y="584200"/>
            <a:ext cx="5400000" cy="3013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7" name="Google Shape;17;p49"/>
          <p:cNvSpPr txBox="1"/>
          <p:nvPr>
            <p:ph idx="1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9"/>
          <p:cNvSpPr txBox="1"/>
          <p:nvPr>
            <p:ph idx="2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3" type="body"/>
          </p:nvPr>
        </p:nvSpPr>
        <p:spPr>
          <a:xfrm>
            <a:off x="8183217" y="5875893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9"/>
          <p:cNvSpPr/>
          <p:nvPr/>
        </p:nvSpPr>
        <p:spPr>
          <a:xfrm>
            <a:off x="7105925" y="1143250"/>
            <a:ext cx="3959400" cy="39594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49"/>
          <p:cNvSpPr/>
          <p:nvPr>
            <p:ph idx="4" type="pic"/>
          </p:nvPr>
        </p:nvSpPr>
        <p:spPr>
          <a:xfrm>
            <a:off x="7637939" y="6044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22" name="Google Shape;2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навылет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9"/>
          <p:cNvSpPr txBox="1"/>
          <p:nvPr>
            <p:ph idx="1" type="body"/>
          </p:nvPr>
        </p:nvSpPr>
        <p:spPr>
          <a:xfrm>
            <a:off x="587375" y="2528888"/>
            <a:ext cx="5941015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9"/>
          <p:cNvSpPr/>
          <p:nvPr>
            <p:ph idx="2" type="pic"/>
          </p:nvPr>
        </p:nvSpPr>
        <p:spPr>
          <a:xfrm>
            <a:off x="7104624" y="0"/>
            <a:ext cx="50873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69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">
  <p:cSld name="Текстовый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idx="1" type="body"/>
          </p:nvPr>
        </p:nvSpPr>
        <p:spPr>
          <a:xfrm>
            <a:off x="587375" y="584200"/>
            <a:ext cx="11017250" cy="558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текст">
  <p:cSld name="Заголовок в 1 строку + текст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587375" y="2528888"/>
            <a:ext cx="11017251" cy="3636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цифры крупно">
  <p:cSld name="2 цифры крупно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8"/>
          <p:cNvSpPr txBox="1"/>
          <p:nvPr>
            <p:ph idx="1" type="subTitle"/>
          </p:nvPr>
        </p:nvSpPr>
        <p:spPr>
          <a:xfrm>
            <a:off x="587375" y="4332747"/>
            <a:ext cx="4679284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58"/>
          <p:cNvSpPr txBox="1"/>
          <p:nvPr>
            <p:ph idx="2" type="body"/>
          </p:nvPr>
        </p:nvSpPr>
        <p:spPr>
          <a:xfrm>
            <a:off x="587374" y="2882349"/>
            <a:ext cx="4679285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b="1" sz="11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5" name="Google Shape;35;p58"/>
          <p:cNvSpPr txBox="1"/>
          <p:nvPr>
            <p:ph idx="3" type="body"/>
          </p:nvPr>
        </p:nvSpPr>
        <p:spPr>
          <a:xfrm>
            <a:off x="6116209" y="2882349"/>
            <a:ext cx="4679284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b="1" sz="11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6" name="Google Shape;36;p58"/>
          <p:cNvSpPr txBox="1"/>
          <p:nvPr>
            <p:ph idx="4" type="body"/>
          </p:nvPr>
        </p:nvSpPr>
        <p:spPr>
          <a:xfrm>
            <a:off x="6116208" y="4332748"/>
            <a:ext cx="4679283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8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тбивка_1">
  <p:cSld name="Отбивка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6"/>
          <p:cNvSpPr txBox="1"/>
          <p:nvPr>
            <p:ph type="title"/>
          </p:nvPr>
        </p:nvSpPr>
        <p:spPr>
          <a:xfrm>
            <a:off x="587375" y="584200"/>
            <a:ext cx="6118225" cy="558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факта">
  <p:cSld name="3 карточки факта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7"/>
            <a:ext cx="11016000" cy="384737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2"/>
          <p:cNvSpPr txBox="1"/>
          <p:nvPr>
            <p:ph idx="1" type="body"/>
          </p:nvPr>
        </p:nvSpPr>
        <p:spPr>
          <a:xfrm>
            <a:off x="879482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43" name="Google Shape;43;p72"/>
          <p:cNvSpPr txBox="1"/>
          <p:nvPr>
            <p:ph idx="2" type="body"/>
          </p:nvPr>
        </p:nvSpPr>
        <p:spPr>
          <a:xfrm>
            <a:off x="4645159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44" name="Google Shape;44;p72"/>
          <p:cNvSpPr txBox="1"/>
          <p:nvPr>
            <p:ph idx="3" type="body"/>
          </p:nvPr>
        </p:nvSpPr>
        <p:spPr>
          <a:xfrm>
            <a:off x="8399240" y="2530940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45" name="Google Shape;45;p72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2"/>
          <p:cNvSpPr txBox="1"/>
          <p:nvPr>
            <p:ph idx="4" type="subTitle"/>
          </p:nvPr>
        </p:nvSpPr>
        <p:spPr>
          <a:xfrm>
            <a:off x="879482" y="4218550"/>
            <a:ext cx="2893472" cy="1635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72"/>
          <p:cNvSpPr txBox="1"/>
          <p:nvPr>
            <p:ph idx="5" type="body"/>
          </p:nvPr>
        </p:nvSpPr>
        <p:spPr>
          <a:xfrm>
            <a:off x="4649508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2"/>
          <p:cNvSpPr txBox="1"/>
          <p:nvPr>
            <p:ph idx="6" type="body"/>
          </p:nvPr>
        </p:nvSpPr>
        <p:spPr>
          <a:xfrm>
            <a:off x="8419534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2"/>
          <p:cNvSpPr txBox="1"/>
          <p:nvPr>
            <p:ph idx="7" type="body"/>
          </p:nvPr>
        </p:nvSpPr>
        <p:spPr>
          <a:xfrm>
            <a:off x="879482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50" name="Google Shape;50;p72"/>
          <p:cNvSpPr txBox="1"/>
          <p:nvPr>
            <p:ph idx="8" type="body"/>
          </p:nvPr>
        </p:nvSpPr>
        <p:spPr>
          <a:xfrm>
            <a:off x="4649509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51" name="Google Shape;51;p72"/>
          <p:cNvSpPr txBox="1"/>
          <p:nvPr>
            <p:ph idx="9" type="body"/>
          </p:nvPr>
        </p:nvSpPr>
        <p:spPr>
          <a:xfrm>
            <a:off x="8419535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квадратное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9"/>
          <p:cNvSpPr txBox="1"/>
          <p:nvPr>
            <p:ph idx="1" type="body"/>
          </p:nvPr>
        </p:nvSpPr>
        <p:spPr>
          <a:xfrm>
            <a:off x="587375" y="2528888"/>
            <a:ext cx="4556997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9"/>
          <p:cNvSpPr txBox="1"/>
          <p:nvPr>
            <p:ph type="title"/>
          </p:nvPr>
        </p:nvSpPr>
        <p:spPr>
          <a:xfrm>
            <a:off x="587375" y="584200"/>
            <a:ext cx="4556998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9"/>
          <p:cNvSpPr/>
          <p:nvPr>
            <p:ph idx="2" type="pic"/>
          </p:nvPr>
        </p:nvSpPr>
        <p:spPr>
          <a:xfrm>
            <a:off x="6039748" y="584200"/>
            <a:ext cx="5564877" cy="556643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в маске_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0"/>
          <p:cNvSpPr txBox="1"/>
          <p:nvPr>
            <p:ph idx="1" type="body"/>
          </p:nvPr>
        </p:nvSpPr>
        <p:spPr>
          <a:xfrm>
            <a:off x="587375" y="2528888"/>
            <a:ext cx="5941015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0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0"/>
          <p:cNvSpPr/>
          <p:nvPr>
            <p:ph idx="2" type="pic"/>
          </p:nvPr>
        </p:nvSpPr>
        <p:spPr>
          <a:xfrm>
            <a:off x="7464056" y="584200"/>
            <a:ext cx="4140569" cy="6273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рупный тезис">
  <p:cSld name="Крупный тезис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7"/>
          <p:cNvSpPr txBox="1"/>
          <p:nvPr>
            <p:ph idx="1" type="body"/>
          </p:nvPr>
        </p:nvSpPr>
        <p:spPr>
          <a:xfrm>
            <a:off x="587375" y="5075583"/>
            <a:ext cx="7200000" cy="1090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7"/>
          <p:cNvSpPr txBox="1"/>
          <p:nvPr>
            <p:ph type="title"/>
          </p:nvPr>
        </p:nvSpPr>
        <p:spPr>
          <a:xfrm>
            <a:off x="587375" y="584200"/>
            <a:ext cx="7200000" cy="3608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скриншот">
  <p:cSld name="Заголовок+скриншот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1"/>
          <p:cNvSpPr/>
          <p:nvPr>
            <p:ph idx="2" type="pic"/>
          </p:nvPr>
        </p:nvSpPr>
        <p:spPr>
          <a:xfrm>
            <a:off x="587375" y="2020957"/>
            <a:ext cx="11017251" cy="4144893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81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Титул 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7"/>
          <p:cNvSpPr txBox="1"/>
          <p:nvPr>
            <p:ph type="title"/>
          </p:nvPr>
        </p:nvSpPr>
        <p:spPr>
          <a:xfrm>
            <a:off x="594749" y="584200"/>
            <a:ext cx="7588468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9" name="Google Shape;69;p67"/>
          <p:cNvSpPr txBox="1"/>
          <p:nvPr>
            <p:ph idx="1" type="body"/>
          </p:nvPr>
        </p:nvSpPr>
        <p:spPr>
          <a:xfrm>
            <a:off x="8183217" y="5875893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67"/>
          <p:cNvSpPr txBox="1"/>
          <p:nvPr>
            <p:ph idx="2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7"/>
          <p:cNvSpPr txBox="1"/>
          <p:nvPr>
            <p:ph idx="3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">
  <p:cSld name="Таблица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список">
  <p:cSld name="Заголовок в 1 строку + список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idx="1" type="body"/>
          </p:nvPr>
        </p:nvSpPr>
        <p:spPr>
          <a:xfrm>
            <a:off x="587375" y="2528889"/>
            <a:ext cx="11017251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2 колонки">
  <p:cSld name="Заголовок + текст 2 колонки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1"/>
          <p:cNvSpPr txBox="1"/>
          <p:nvPr>
            <p:ph idx="1" type="body"/>
          </p:nvPr>
        </p:nvSpPr>
        <p:spPr>
          <a:xfrm>
            <a:off x="58737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1"/>
          <p:cNvSpPr txBox="1"/>
          <p:nvPr>
            <p:ph idx="2" type="body"/>
          </p:nvPr>
        </p:nvSpPr>
        <p:spPr>
          <a:xfrm>
            <a:off x="638462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Титул 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870f9e6fac_0_7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3" name="Google Shape;83;g2870f9e6fac_0_7"/>
          <p:cNvSpPr/>
          <p:nvPr>
            <p:ph idx="2" type="pic"/>
          </p:nvPr>
        </p:nvSpPr>
        <p:spPr>
          <a:xfrm>
            <a:off x="7098224" y="584200"/>
            <a:ext cx="4500000" cy="5581649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4" name="Google Shape;84;g2870f9e6fac_0_7"/>
          <p:cNvSpPr txBox="1"/>
          <p:nvPr>
            <p:ph idx="1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g2870f9e6fac_0_7"/>
          <p:cNvSpPr txBox="1"/>
          <p:nvPr>
            <p:ph idx="3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6" name="Google Shape;86;g2870f9e6fac_0_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фактов">
  <p:cSld name="6 важных цифр 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3"/>
          <p:cNvSpPr txBox="1"/>
          <p:nvPr>
            <p:ph idx="1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3"/>
          <p:cNvSpPr txBox="1"/>
          <p:nvPr>
            <p:ph idx="2" type="body"/>
          </p:nvPr>
        </p:nvSpPr>
        <p:spPr>
          <a:xfrm>
            <a:off x="8148863" y="3809879"/>
            <a:ext cx="3239996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0" name="Google Shape;90;p63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63"/>
          <p:cNvSpPr txBox="1"/>
          <p:nvPr>
            <p:ph idx="4" type="body"/>
          </p:nvPr>
        </p:nvSpPr>
        <p:spPr>
          <a:xfrm>
            <a:off x="8148863" y="1382737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2" name="Google Shape;92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3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63"/>
          <p:cNvSpPr txBox="1"/>
          <p:nvPr>
            <p:ph idx="6" type="body"/>
          </p:nvPr>
        </p:nvSpPr>
        <p:spPr>
          <a:xfrm>
            <a:off x="58601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5" name="Google Shape;95;p63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63"/>
          <p:cNvSpPr txBox="1"/>
          <p:nvPr>
            <p:ph idx="8" type="body"/>
          </p:nvPr>
        </p:nvSpPr>
        <p:spPr>
          <a:xfrm>
            <a:off x="586013" y="3809879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7" name="Google Shape;97;p63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63"/>
          <p:cNvSpPr txBox="1"/>
          <p:nvPr>
            <p:ph idx="13" type="body"/>
          </p:nvPr>
        </p:nvSpPr>
        <p:spPr>
          <a:xfrm>
            <a:off x="437696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9" name="Google Shape;99;p63"/>
          <p:cNvSpPr txBox="1"/>
          <p:nvPr>
            <p:ph idx="14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63"/>
          <p:cNvSpPr txBox="1"/>
          <p:nvPr>
            <p:ph idx="15" type="body"/>
          </p:nvPr>
        </p:nvSpPr>
        <p:spPr>
          <a:xfrm>
            <a:off x="4376962" y="3809879"/>
            <a:ext cx="3239997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аймлайн">
  <p:cSld name="1_таймлайн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9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375" y="2966453"/>
            <a:ext cx="11017248" cy="7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акта">
  <p:cSld name="3 факта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0"/>
          <p:cNvSpPr txBox="1"/>
          <p:nvPr>
            <p:ph idx="1" type="body"/>
          </p:nvPr>
        </p:nvSpPr>
        <p:spPr>
          <a:xfrm>
            <a:off x="587375" y="3485314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6" name="Google Shape;106;p60"/>
          <p:cNvSpPr txBox="1"/>
          <p:nvPr>
            <p:ph idx="2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7" name="Google Shape;107;p60"/>
          <p:cNvSpPr txBox="1"/>
          <p:nvPr>
            <p:ph idx="3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60"/>
          <p:cNvSpPr txBox="1"/>
          <p:nvPr>
            <p:ph idx="4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60"/>
          <p:cNvSpPr txBox="1"/>
          <p:nvPr>
            <p:ph idx="5" type="body"/>
          </p:nvPr>
        </p:nvSpPr>
        <p:spPr>
          <a:xfrm>
            <a:off x="4195798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0" name="Google Shape;110;p60"/>
          <p:cNvSpPr txBox="1"/>
          <p:nvPr>
            <p:ph idx="6" type="body"/>
          </p:nvPr>
        </p:nvSpPr>
        <p:spPr>
          <a:xfrm>
            <a:off x="7804221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1" name="Google Shape;111;p6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факта классика">
  <p:cSld name="4 карточки факта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4199bcb4c_2_299"/>
          <p:cNvSpPr txBox="1"/>
          <p:nvPr>
            <p:ph idx="1" type="body"/>
          </p:nvPr>
        </p:nvSpPr>
        <p:spPr>
          <a:xfrm>
            <a:off x="917625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4" name="Google Shape;114;g1f4199bcb4c_2_299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5" name="Google Shape;115;g1f4199bcb4c_2_299"/>
          <p:cNvSpPr txBox="1"/>
          <p:nvPr>
            <p:ph idx="2" type="body"/>
          </p:nvPr>
        </p:nvSpPr>
        <p:spPr>
          <a:xfrm>
            <a:off x="917625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6" name="Google Shape;116;g1f4199bcb4c_2_299"/>
          <p:cNvSpPr txBox="1"/>
          <p:nvPr>
            <p:ph idx="3" type="body"/>
          </p:nvPr>
        </p:nvSpPr>
        <p:spPr>
          <a:xfrm>
            <a:off x="6574122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7" name="Google Shape;117;g1f4199bcb4c_2_299"/>
          <p:cNvSpPr txBox="1"/>
          <p:nvPr>
            <p:ph idx="4" type="subTitle"/>
          </p:nvPr>
        </p:nvSpPr>
        <p:spPr>
          <a:xfrm>
            <a:off x="1716374" y="2528888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g1f4199bcb4c_2_299"/>
          <p:cNvSpPr txBox="1"/>
          <p:nvPr>
            <p:ph idx="5" type="body"/>
          </p:nvPr>
        </p:nvSpPr>
        <p:spPr>
          <a:xfrm>
            <a:off x="6574122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9" name="Google Shape;119;g1f4199bcb4c_2_299"/>
          <p:cNvSpPr txBox="1"/>
          <p:nvPr/>
        </p:nvSpPr>
        <p:spPr>
          <a:xfrm>
            <a:off x="7427625" y="2528888"/>
            <a:ext cx="38406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logica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1f4199bcb4c_2_299"/>
          <p:cNvSpPr txBox="1"/>
          <p:nvPr>
            <p:ph idx="6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1f4199bcb4c_2_299"/>
          <p:cNvSpPr txBox="1"/>
          <p:nvPr>
            <p:ph idx="7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g1f4199bcb4c_2_299"/>
          <p:cNvSpPr txBox="1"/>
          <p:nvPr>
            <p:ph idx="8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фактов">
  <p:cSld name="5 фактов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2"/>
          <p:cNvSpPr txBox="1"/>
          <p:nvPr>
            <p:ph idx="1" type="body"/>
          </p:nvPr>
        </p:nvSpPr>
        <p:spPr>
          <a:xfrm>
            <a:off x="4362301" y="3533709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62"/>
          <p:cNvSpPr txBox="1"/>
          <p:nvPr>
            <p:ph idx="2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62"/>
          <p:cNvSpPr txBox="1"/>
          <p:nvPr>
            <p:ph idx="3" type="body"/>
          </p:nvPr>
        </p:nvSpPr>
        <p:spPr>
          <a:xfrm>
            <a:off x="4362302" y="2550355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27" name="Google Shape;127;p62"/>
          <p:cNvSpPr txBox="1"/>
          <p:nvPr>
            <p:ph idx="4" type="body"/>
          </p:nvPr>
        </p:nvSpPr>
        <p:spPr>
          <a:xfrm>
            <a:off x="814886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logica"/>
              <a:buNone/>
              <a:defRPr sz="6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128" name="Google Shape;128;p62"/>
          <p:cNvSpPr txBox="1"/>
          <p:nvPr>
            <p:ph idx="5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62"/>
          <p:cNvSpPr txBox="1"/>
          <p:nvPr>
            <p:ph idx="6" type="body"/>
          </p:nvPr>
        </p:nvSpPr>
        <p:spPr>
          <a:xfrm>
            <a:off x="814886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30" name="Google Shape;130;p62"/>
          <p:cNvSpPr txBox="1"/>
          <p:nvPr>
            <p:ph type="title"/>
          </p:nvPr>
        </p:nvSpPr>
        <p:spPr>
          <a:xfrm>
            <a:off x="587375" y="584200"/>
            <a:ext cx="11017249" cy="660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131" name="Google Shape;131;p62"/>
          <p:cNvSpPr txBox="1"/>
          <p:nvPr>
            <p:ph idx="7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62"/>
          <p:cNvSpPr txBox="1"/>
          <p:nvPr>
            <p:ph idx="8" type="body"/>
          </p:nvPr>
        </p:nvSpPr>
        <p:spPr>
          <a:xfrm>
            <a:off x="58601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33" name="Google Shape;133;p62"/>
          <p:cNvSpPr txBox="1"/>
          <p:nvPr>
            <p:ph idx="9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62"/>
          <p:cNvSpPr txBox="1"/>
          <p:nvPr>
            <p:ph idx="13" type="body"/>
          </p:nvPr>
        </p:nvSpPr>
        <p:spPr>
          <a:xfrm>
            <a:off x="58601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logica"/>
              <a:buNone/>
              <a:defRPr sz="6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иконки">
  <p:cSld name="3 иконки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4"/>
          <p:cNvSpPr txBox="1"/>
          <p:nvPr>
            <p:ph idx="1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7" name="Google Shape;137;p64"/>
          <p:cNvSpPr txBox="1"/>
          <p:nvPr>
            <p:ph idx="2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8" name="Google Shape;138;p64"/>
          <p:cNvSpPr txBox="1"/>
          <p:nvPr>
            <p:ph idx="3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9" name="Google Shape;139;p64"/>
          <p:cNvSpPr/>
          <p:nvPr>
            <p:ph idx="4" type="pic"/>
          </p:nvPr>
        </p:nvSpPr>
        <p:spPr>
          <a:xfrm>
            <a:off x="587375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64"/>
          <p:cNvSpPr/>
          <p:nvPr>
            <p:ph idx="5" type="pic"/>
          </p:nvPr>
        </p:nvSpPr>
        <p:spPr>
          <a:xfrm>
            <a:off x="4185341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64"/>
          <p:cNvSpPr/>
          <p:nvPr>
            <p:ph idx="6" type="pic"/>
          </p:nvPr>
        </p:nvSpPr>
        <p:spPr>
          <a:xfrm>
            <a:off x="7770054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64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иконки на слайде">
  <p:cSld name="4 иконки на слайде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5"/>
          <p:cNvSpPr txBox="1"/>
          <p:nvPr>
            <p:ph idx="1" type="body"/>
          </p:nvPr>
        </p:nvSpPr>
        <p:spPr>
          <a:xfrm>
            <a:off x="1378204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45" name="Google Shape;145;p65"/>
          <p:cNvSpPr/>
          <p:nvPr>
            <p:ph idx="2" type="pic"/>
          </p:nvPr>
        </p:nvSpPr>
        <p:spPr>
          <a:xfrm>
            <a:off x="587375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65"/>
          <p:cNvSpPr txBox="1"/>
          <p:nvPr>
            <p:ph idx="3" type="body"/>
          </p:nvPr>
        </p:nvSpPr>
        <p:spPr>
          <a:xfrm>
            <a:off x="1378204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47" name="Google Shape;147;p65"/>
          <p:cNvSpPr/>
          <p:nvPr>
            <p:ph idx="4" type="pic"/>
          </p:nvPr>
        </p:nvSpPr>
        <p:spPr>
          <a:xfrm>
            <a:off x="587375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65"/>
          <p:cNvSpPr txBox="1"/>
          <p:nvPr>
            <p:ph idx="5" type="body"/>
          </p:nvPr>
        </p:nvSpPr>
        <p:spPr>
          <a:xfrm>
            <a:off x="1379533" y="509864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65"/>
          <p:cNvSpPr txBox="1"/>
          <p:nvPr>
            <p:ph idx="6" type="body"/>
          </p:nvPr>
        </p:nvSpPr>
        <p:spPr>
          <a:xfrm>
            <a:off x="7162778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50" name="Google Shape;150;p65"/>
          <p:cNvSpPr/>
          <p:nvPr>
            <p:ph idx="7" type="pic"/>
          </p:nvPr>
        </p:nvSpPr>
        <p:spPr>
          <a:xfrm>
            <a:off x="6371949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65"/>
          <p:cNvSpPr txBox="1"/>
          <p:nvPr>
            <p:ph idx="8" type="body"/>
          </p:nvPr>
        </p:nvSpPr>
        <p:spPr>
          <a:xfrm>
            <a:off x="7162778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52" name="Google Shape;152;p65"/>
          <p:cNvSpPr/>
          <p:nvPr>
            <p:ph idx="9" type="pic"/>
          </p:nvPr>
        </p:nvSpPr>
        <p:spPr>
          <a:xfrm>
            <a:off x="6371949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65"/>
          <p:cNvSpPr txBox="1"/>
          <p:nvPr>
            <p:ph idx="13" type="body"/>
          </p:nvPr>
        </p:nvSpPr>
        <p:spPr>
          <a:xfrm>
            <a:off x="7164107" y="509864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65"/>
          <p:cNvSpPr txBox="1"/>
          <p:nvPr>
            <p:ph idx="14" type="body"/>
          </p:nvPr>
        </p:nvSpPr>
        <p:spPr>
          <a:xfrm>
            <a:off x="7164107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65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156" name="Google Shape;156;p65"/>
          <p:cNvSpPr txBox="1"/>
          <p:nvPr>
            <p:ph idx="15" type="body"/>
          </p:nvPr>
        </p:nvSpPr>
        <p:spPr>
          <a:xfrm>
            <a:off x="1375198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линейных иконок на слайде">
  <p:cSld name="6 иконок на слайде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6"/>
          <p:cNvSpPr/>
          <p:nvPr>
            <p:ph idx="2" type="pic"/>
          </p:nvPr>
        </p:nvSpPr>
        <p:spPr>
          <a:xfrm>
            <a:off x="587375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66"/>
          <p:cNvSpPr/>
          <p:nvPr>
            <p:ph idx="3" type="pic"/>
          </p:nvPr>
        </p:nvSpPr>
        <p:spPr>
          <a:xfrm>
            <a:off x="587375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66"/>
          <p:cNvSpPr txBox="1"/>
          <p:nvPr>
            <p:ph idx="1" type="body"/>
          </p:nvPr>
        </p:nvSpPr>
        <p:spPr>
          <a:xfrm>
            <a:off x="1379533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1" name="Google Shape;161;p66"/>
          <p:cNvSpPr/>
          <p:nvPr>
            <p:ph idx="4" type="pic"/>
          </p:nvPr>
        </p:nvSpPr>
        <p:spPr>
          <a:xfrm>
            <a:off x="6371949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66"/>
          <p:cNvSpPr/>
          <p:nvPr>
            <p:ph idx="5" type="pic"/>
          </p:nvPr>
        </p:nvSpPr>
        <p:spPr>
          <a:xfrm>
            <a:off x="6371949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66"/>
          <p:cNvSpPr txBox="1"/>
          <p:nvPr>
            <p:ph idx="6" type="body"/>
          </p:nvPr>
        </p:nvSpPr>
        <p:spPr>
          <a:xfrm>
            <a:off x="7164107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4" name="Google Shape;164;p66"/>
          <p:cNvSpPr txBox="1"/>
          <p:nvPr>
            <p:ph idx="7" type="body"/>
          </p:nvPr>
        </p:nvSpPr>
        <p:spPr>
          <a:xfrm>
            <a:off x="7164107" y="290462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5" name="Google Shape;165;p66"/>
          <p:cNvSpPr/>
          <p:nvPr>
            <p:ph idx="8" type="pic"/>
          </p:nvPr>
        </p:nvSpPr>
        <p:spPr>
          <a:xfrm>
            <a:off x="587375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66"/>
          <p:cNvSpPr txBox="1"/>
          <p:nvPr>
            <p:ph idx="9" type="body"/>
          </p:nvPr>
        </p:nvSpPr>
        <p:spPr>
          <a:xfrm>
            <a:off x="1379533" y="5556250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7" name="Google Shape;167;p66"/>
          <p:cNvSpPr/>
          <p:nvPr>
            <p:ph idx="13" type="pic"/>
          </p:nvPr>
        </p:nvSpPr>
        <p:spPr>
          <a:xfrm>
            <a:off x="6371949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66"/>
          <p:cNvSpPr txBox="1"/>
          <p:nvPr>
            <p:ph idx="14" type="body"/>
          </p:nvPr>
        </p:nvSpPr>
        <p:spPr>
          <a:xfrm>
            <a:off x="7164107" y="5556250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9" name="Google Shape;169;p66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66"/>
          <p:cNvSpPr txBox="1"/>
          <p:nvPr>
            <p:ph idx="15" type="body"/>
          </p:nvPr>
        </p:nvSpPr>
        <p:spPr>
          <a:xfrm>
            <a:off x="1388949" y="290462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">
  <p:cSld name="3 фото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0"/>
          <p:cNvSpPr/>
          <p:nvPr>
            <p:ph idx="2" type="pic"/>
          </p:nvPr>
        </p:nvSpPr>
        <p:spPr>
          <a:xfrm>
            <a:off x="603401" y="59225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3" name="Google Shape;173;p70"/>
          <p:cNvSpPr/>
          <p:nvPr>
            <p:ph idx="3" type="pic"/>
          </p:nvPr>
        </p:nvSpPr>
        <p:spPr>
          <a:xfrm>
            <a:off x="4350001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4" name="Google Shape;174;p70"/>
          <p:cNvSpPr/>
          <p:nvPr>
            <p:ph idx="4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">
  <p:cSld name="2 фото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4d08330cf_0_11"/>
          <p:cNvSpPr/>
          <p:nvPr>
            <p:ph idx="2" type="pic"/>
          </p:nvPr>
        </p:nvSpPr>
        <p:spPr>
          <a:xfrm>
            <a:off x="603401" y="587376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7" name="Google Shape;177;g284d08330cf_0_11"/>
          <p:cNvSpPr/>
          <p:nvPr>
            <p:ph idx="3" type="pic"/>
          </p:nvPr>
        </p:nvSpPr>
        <p:spPr>
          <a:xfrm>
            <a:off x="4349750" y="587376"/>
            <a:ext cx="7238849" cy="5573700"/>
          </a:xfrm>
          <a:prstGeom prst="roundRect">
            <a:avLst>
              <a:gd fmla="val 1059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на весь слайд">
  <p:cSld name="Фото на весь слайд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1"/>
          <p:cNvSpPr/>
          <p:nvPr>
            <p:ph idx="2" type="pic"/>
          </p:nvPr>
        </p:nvSpPr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факта">
  <p:cSld name="4 карточки факта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7"/>
            <a:ext cx="11016000" cy="384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3"/>
          <p:cNvSpPr txBox="1"/>
          <p:nvPr>
            <p:ph idx="1" type="body"/>
          </p:nvPr>
        </p:nvSpPr>
        <p:spPr>
          <a:xfrm>
            <a:off x="917625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3" name="Google Shape;183;p73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73"/>
          <p:cNvSpPr txBox="1"/>
          <p:nvPr>
            <p:ph idx="2" type="body"/>
          </p:nvPr>
        </p:nvSpPr>
        <p:spPr>
          <a:xfrm>
            <a:off x="917625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5" name="Google Shape;185;p73"/>
          <p:cNvSpPr txBox="1"/>
          <p:nvPr>
            <p:ph idx="3" type="body"/>
          </p:nvPr>
        </p:nvSpPr>
        <p:spPr>
          <a:xfrm>
            <a:off x="6574122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6" name="Google Shape;186;p73"/>
          <p:cNvSpPr txBox="1"/>
          <p:nvPr>
            <p:ph idx="4" type="subTitle"/>
          </p:nvPr>
        </p:nvSpPr>
        <p:spPr>
          <a:xfrm>
            <a:off x="1716374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7" name="Google Shape;187;p73"/>
          <p:cNvSpPr txBox="1"/>
          <p:nvPr>
            <p:ph idx="5" type="body"/>
          </p:nvPr>
        </p:nvSpPr>
        <p:spPr>
          <a:xfrm>
            <a:off x="6574122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8" name="Google Shape;188;p73"/>
          <p:cNvSpPr txBox="1"/>
          <p:nvPr/>
        </p:nvSpPr>
        <p:spPr>
          <a:xfrm>
            <a:off x="7427625" y="2528888"/>
            <a:ext cx="3840517" cy="1066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logica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73"/>
          <p:cNvSpPr txBox="1"/>
          <p:nvPr>
            <p:ph idx="6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73"/>
          <p:cNvSpPr txBox="1"/>
          <p:nvPr>
            <p:ph idx="7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73"/>
          <p:cNvSpPr txBox="1"/>
          <p:nvPr>
            <p:ph idx="8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арточки иконки">
  <p:cSld name="2 карточки иконки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284d08330cf_0_1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7200" cy="384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84d08330cf_0_14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284d08330cf_0_140"/>
          <p:cNvSpPr txBox="1"/>
          <p:nvPr>
            <p:ph idx="1" type="subTitle"/>
          </p:nvPr>
        </p:nvSpPr>
        <p:spPr>
          <a:xfrm>
            <a:off x="1665318" y="2537225"/>
            <a:ext cx="35343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g284d08330cf_0_140"/>
          <p:cNvSpPr txBox="1"/>
          <p:nvPr>
            <p:ph idx="2" type="body"/>
          </p:nvPr>
        </p:nvSpPr>
        <p:spPr>
          <a:xfrm>
            <a:off x="7299951" y="2536669"/>
            <a:ext cx="35670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g284d08330cf_0_140"/>
          <p:cNvSpPr/>
          <p:nvPr>
            <p:ph idx="3" type="pic"/>
          </p:nvPr>
        </p:nvSpPr>
        <p:spPr>
          <a:xfrm>
            <a:off x="892225" y="2537225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g284d08330cf_0_140"/>
          <p:cNvSpPr/>
          <p:nvPr>
            <p:ph idx="4" type="pic"/>
          </p:nvPr>
        </p:nvSpPr>
        <p:spPr>
          <a:xfrm>
            <a:off x="6526844" y="2536669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иконки">
  <p:cSld name="3 карточки иконки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374" y="2318400"/>
            <a:ext cx="11017249" cy="38478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4"/>
          <p:cNvSpPr/>
          <p:nvPr>
            <p:ph idx="2" type="pic"/>
          </p:nvPr>
        </p:nvSpPr>
        <p:spPr>
          <a:xfrm>
            <a:off x="879482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4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74"/>
          <p:cNvSpPr/>
          <p:nvPr>
            <p:ph idx="3" type="pic"/>
          </p:nvPr>
        </p:nvSpPr>
        <p:spPr>
          <a:xfrm>
            <a:off x="4649509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4"/>
          <p:cNvSpPr/>
          <p:nvPr>
            <p:ph idx="4" type="pic"/>
          </p:nvPr>
        </p:nvSpPr>
        <p:spPr>
          <a:xfrm>
            <a:off x="8419535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4"/>
          <p:cNvSpPr txBox="1"/>
          <p:nvPr>
            <p:ph idx="1" type="subTitle"/>
          </p:nvPr>
        </p:nvSpPr>
        <p:spPr>
          <a:xfrm>
            <a:off x="879482" y="4061618"/>
            <a:ext cx="2893472" cy="17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6" name="Google Shape;206;p74"/>
          <p:cNvSpPr txBox="1"/>
          <p:nvPr>
            <p:ph idx="5" type="body"/>
          </p:nvPr>
        </p:nvSpPr>
        <p:spPr>
          <a:xfrm>
            <a:off x="4649508" y="4059936"/>
            <a:ext cx="2868059" cy="1793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7" name="Google Shape;207;p74"/>
          <p:cNvSpPr txBox="1"/>
          <p:nvPr>
            <p:ph idx="6" type="body"/>
          </p:nvPr>
        </p:nvSpPr>
        <p:spPr>
          <a:xfrm>
            <a:off x="8419534" y="4059936"/>
            <a:ext cx="2868059" cy="1793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8" name="Google Shape;208;p74"/>
          <p:cNvSpPr txBox="1"/>
          <p:nvPr>
            <p:ph idx="7" type="body"/>
          </p:nvPr>
        </p:nvSpPr>
        <p:spPr>
          <a:xfrm>
            <a:off x="879482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09" name="Google Shape;209;p74"/>
          <p:cNvSpPr txBox="1"/>
          <p:nvPr>
            <p:ph idx="8" type="body"/>
          </p:nvPr>
        </p:nvSpPr>
        <p:spPr>
          <a:xfrm>
            <a:off x="4649509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10" name="Google Shape;210;p74"/>
          <p:cNvSpPr txBox="1"/>
          <p:nvPr>
            <p:ph idx="9" type="body"/>
          </p:nvPr>
        </p:nvSpPr>
        <p:spPr>
          <a:xfrm>
            <a:off x="8419535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иконки 1">
  <p:cSld name="4 карточки с иконками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284d08330cf_0_1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6000" cy="38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84d08330cf_0_16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284d08330cf_0_162"/>
          <p:cNvSpPr txBox="1"/>
          <p:nvPr>
            <p:ph idx="1" type="subTitle"/>
          </p:nvPr>
        </p:nvSpPr>
        <p:spPr>
          <a:xfrm>
            <a:off x="1753849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5" name="Google Shape;215;g284d08330cf_0_162"/>
          <p:cNvSpPr txBox="1"/>
          <p:nvPr>
            <p:ph idx="2" type="body"/>
          </p:nvPr>
        </p:nvSpPr>
        <p:spPr>
          <a:xfrm>
            <a:off x="7397645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6" name="Google Shape;216;g284d08330cf_0_162"/>
          <p:cNvSpPr txBox="1"/>
          <p:nvPr>
            <p:ph idx="3" type="body"/>
          </p:nvPr>
        </p:nvSpPr>
        <p:spPr>
          <a:xfrm>
            <a:off x="7397645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7" name="Google Shape;217;g284d08330cf_0_162"/>
          <p:cNvSpPr txBox="1"/>
          <p:nvPr>
            <p:ph idx="4" type="body"/>
          </p:nvPr>
        </p:nvSpPr>
        <p:spPr>
          <a:xfrm>
            <a:off x="1753849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8" name="Google Shape;218;g284d08330cf_0_162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g284d08330cf_0_162"/>
          <p:cNvSpPr/>
          <p:nvPr>
            <p:ph idx="6" type="pic"/>
          </p:nvPr>
        </p:nvSpPr>
        <p:spPr>
          <a:xfrm>
            <a:off x="879482" y="458254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g284d08330cf_0_162"/>
          <p:cNvSpPr/>
          <p:nvPr>
            <p:ph idx="7" type="pic"/>
          </p:nvPr>
        </p:nvSpPr>
        <p:spPr>
          <a:xfrm>
            <a:off x="6523279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g284d08330cf_0_162"/>
          <p:cNvSpPr/>
          <p:nvPr>
            <p:ph idx="8" type="pic"/>
          </p:nvPr>
        </p:nvSpPr>
        <p:spPr>
          <a:xfrm>
            <a:off x="6523279" y="4590035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карточек">
  <p:cSld name="5 карточек с иконками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7763" cy="38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5"/>
          <p:cNvSpPr txBox="1"/>
          <p:nvPr>
            <p:ph type="title"/>
          </p:nvPr>
        </p:nvSpPr>
        <p:spPr>
          <a:xfrm>
            <a:off x="587375" y="584200"/>
            <a:ext cx="110172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75"/>
          <p:cNvSpPr txBox="1"/>
          <p:nvPr>
            <p:ph idx="1" type="body"/>
          </p:nvPr>
        </p:nvSpPr>
        <p:spPr>
          <a:xfrm>
            <a:off x="879481" y="5310750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6" name="Google Shape;226;p75"/>
          <p:cNvSpPr txBox="1"/>
          <p:nvPr>
            <p:ph idx="2" type="body"/>
          </p:nvPr>
        </p:nvSpPr>
        <p:spPr>
          <a:xfrm>
            <a:off x="8329593" y="5310750"/>
            <a:ext cx="28440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7" name="Google Shape;227;p75"/>
          <p:cNvSpPr txBox="1"/>
          <p:nvPr>
            <p:ph idx="3" type="body"/>
          </p:nvPr>
        </p:nvSpPr>
        <p:spPr>
          <a:xfrm>
            <a:off x="4612033" y="3270225"/>
            <a:ext cx="2844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8" name="Google Shape;228;p75"/>
          <p:cNvSpPr txBox="1"/>
          <p:nvPr>
            <p:ph idx="4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9" name="Google Shape;229;p75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75"/>
          <p:cNvSpPr/>
          <p:nvPr>
            <p:ph idx="6" type="pic"/>
          </p:nvPr>
        </p:nvSpPr>
        <p:spPr>
          <a:xfrm>
            <a:off x="879482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75"/>
          <p:cNvSpPr/>
          <p:nvPr>
            <p:ph idx="7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75"/>
          <p:cNvSpPr/>
          <p:nvPr>
            <p:ph idx="8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75"/>
          <p:cNvSpPr/>
          <p:nvPr>
            <p:ph idx="9" type="pic"/>
          </p:nvPr>
        </p:nvSpPr>
        <p:spPr>
          <a:xfrm>
            <a:off x="8329594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75"/>
          <p:cNvSpPr txBox="1"/>
          <p:nvPr>
            <p:ph idx="13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карточек 1">
  <p:cSld name="6 карточек с иконками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284d08330cf_0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8"/>
            <a:ext cx="11016000" cy="384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284d08330cf_0_50"/>
          <p:cNvSpPr txBox="1"/>
          <p:nvPr>
            <p:ph type="title"/>
          </p:nvPr>
        </p:nvSpPr>
        <p:spPr>
          <a:xfrm>
            <a:off x="587375" y="584200"/>
            <a:ext cx="110172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latin typeface="Geologica Medium"/>
                <a:ea typeface="Geologica Medium"/>
                <a:cs typeface="Geologica Medium"/>
                <a:sym typeface="Geologic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238" name="Google Shape;238;g284d08330cf_0_50"/>
          <p:cNvSpPr/>
          <p:nvPr>
            <p:ph idx="2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g284d08330cf_0_50"/>
          <p:cNvSpPr/>
          <p:nvPr>
            <p:ph idx="3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g284d08330cf_0_50"/>
          <p:cNvSpPr/>
          <p:nvPr>
            <p:ph idx="4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g284d08330cf_0_50"/>
          <p:cNvSpPr txBox="1"/>
          <p:nvPr>
            <p:ph idx="1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g284d08330cf_0_50"/>
          <p:cNvSpPr txBox="1"/>
          <p:nvPr>
            <p:ph idx="5" type="body"/>
          </p:nvPr>
        </p:nvSpPr>
        <p:spPr>
          <a:xfrm>
            <a:off x="4612031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g284d08330cf_0_50"/>
          <p:cNvSpPr/>
          <p:nvPr>
            <p:ph idx="6" type="pic"/>
          </p:nvPr>
        </p:nvSpPr>
        <p:spPr>
          <a:xfrm>
            <a:off x="879482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g284d08330cf_0_50"/>
          <p:cNvSpPr/>
          <p:nvPr>
            <p:ph idx="7" type="pic"/>
          </p:nvPr>
        </p:nvSpPr>
        <p:spPr>
          <a:xfrm>
            <a:off x="4612033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g284d08330cf_0_50"/>
          <p:cNvSpPr/>
          <p:nvPr>
            <p:ph idx="8" type="pic"/>
          </p:nvPr>
        </p:nvSpPr>
        <p:spPr>
          <a:xfrm>
            <a:off x="8329594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g284d08330cf_0_50"/>
          <p:cNvSpPr txBox="1"/>
          <p:nvPr>
            <p:ph idx="9" type="body"/>
          </p:nvPr>
        </p:nvSpPr>
        <p:spPr>
          <a:xfrm>
            <a:off x="8329592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g284d08330cf_0_50"/>
          <p:cNvSpPr txBox="1"/>
          <p:nvPr>
            <p:ph idx="13" type="body"/>
          </p:nvPr>
        </p:nvSpPr>
        <p:spPr>
          <a:xfrm>
            <a:off x="879480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g284d08330cf_0_50"/>
          <p:cNvSpPr txBox="1"/>
          <p:nvPr>
            <p:ph idx="14" type="body"/>
          </p:nvPr>
        </p:nvSpPr>
        <p:spPr>
          <a:xfrm>
            <a:off x="4612031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g284d08330cf_0_50"/>
          <p:cNvSpPr txBox="1"/>
          <p:nvPr>
            <p:ph idx="15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qr">
  <p:cSld name="Финальный слайд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870f9e6fac_0_71"/>
          <p:cNvSpPr/>
          <p:nvPr/>
        </p:nvSpPr>
        <p:spPr>
          <a:xfrm>
            <a:off x="7997251" y="586452"/>
            <a:ext cx="3600000" cy="3600000"/>
          </a:xfrm>
          <a:prstGeom prst="roundRect">
            <a:avLst>
              <a:gd fmla="val 839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g2870f9e6fac_0_71"/>
          <p:cNvSpPr txBox="1"/>
          <p:nvPr>
            <p:ph idx="1" type="body"/>
          </p:nvPr>
        </p:nvSpPr>
        <p:spPr>
          <a:xfrm>
            <a:off x="587375" y="4171415"/>
            <a:ext cx="6531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g2870f9e6fac_0_71"/>
          <p:cNvSpPr txBox="1"/>
          <p:nvPr>
            <p:ph type="title"/>
          </p:nvPr>
        </p:nvSpPr>
        <p:spPr>
          <a:xfrm>
            <a:off x="587376" y="586452"/>
            <a:ext cx="6531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pic>
        <p:nvPicPr>
          <p:cNvPr id="254" name="Google Shape;254;g2870f9e6fac_0_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7" cy="29976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870f9e6fac_0_71"/>
          <p:cNvSpPr txBox="1"/>
          <p:nvPr>
            <p:ph idx="2" type="body"/>
          </p:nvPr>
        </p:nvSpPr>
        <p:spPr>
          <a:xfrm>
            <a:off x="8183217" y="5870781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g2870f9e6fac_0_71"/>
          <p:cNvSpPr/>
          <p:nvPr>
            <p:ph idx="3" type="pic"/>
          </p:nvPr>
        </p:nvSpPr>
        <p:spPr>
          <a:xfrm>
            <a:off x="8192551" y="781752"/>
            <a:ext cx="3209400" cy="320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7" name="Google Shape;257;g2870f9e6fac_0_71"/>
          <p:cNvSpPr txBox="1"/>
          <p:nvPr>
            <p:ph idx="4" type="body"/>
          </p:nvPr>
        </p:nvSpPr>
        <p:spPr>
          <a:xfrm>
            <a:off x="594748" y="4598572"/>
            <a:ext cx="6523627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/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ноформатные скрины">
  <p:cSld name="Разноформатные скрины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1"/>
          <p:cNvSpPr/>
          <p:nvPr>
            <p:ph idx="2" type="pic"/>
          </p:nvPr>
        </p:nvSpPr>
        <p:spPr>
          <a:xfrm>
            <a:off x="7004304" y="584200"/>
            <a:ext cx="4600320" cy="5581650"/>
          </a:xfrm>
          <a:prstGeom prst="roundRect">
            <a:avLst>
              <a:gd fmla="val 3731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595959">
                <a:alpha val="20000"/>
              </a:srgbClr>
            </a:outerShdw>
          </a:effectLst>
        </p:spPr>
      </p:sp>
      <p:sp>
        <p:nvSpPr>
          <p:cNvPr id="260" name="Google Shape;260;p101"/>
          <p:cNvSpPr/>
          <p:nvPr>
            <p:ph idx="3" type="pic"/>
          </p:nvPr>
        </p:nvSpPr>
        <p:spPr>
          <a:xfrm>
            <a:off x="587374" y="584200"/>
            <a:ext cx="6069458" cy="3603752"/>
          </a:xfrm>
          <a:prstGeom prst="roundRect">
            <a:avLst>
              <a:gd fmla="val 5374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595959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тезиса на слайде">
  <p:cSld name="2 тезиса на слайде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4"/>
          <p:cNvSpPr txBox="1"/>
          <p:nvPr>
            <p:ph idx="1" type="body"/>
          </p:nvPr>
        </p:nvSpPr>
        <p:spPr>
          <a:xfrm>
            <a:off x="587375" y="1115711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54"/>
          <p:cNvSpPr txBox="1"/>
          <p:nvPr>
            <p:ph idx="2" type="body"/>
          </p:nvPr>
        </p:nvSpPr>
        <p:spPr>
          <a:xfrm>
            <a:off x="4663429" y="3429000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фактов">
  <p:cSld name="4 факта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1"/>
          <p:cNvSpPr txBox="1"/>
          <p:nvPr>
            <p:ph idx="1" type="subTitle"/>
          </p:nvPr>
        </p:nvSpPr>
        <p:spPr>
          <a:xfrm>
            <a:off x="600231" y="4328998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6" name="Google Shape;266;p61"/>
          <p:cNvSpPr txBox="1"/>
          <p:nvPr>
            <p:ph idx="2" type="body"/>
          </p:nvPr>
        </p:nvSpPr>
        <p:spPr>
          <a:xfrm>
            <a:off x="4362301" y="3533709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61"/>
          <p:cNvSpPr txBox="1"/>
          <p:nvPr>
            <p:ph idx="3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61"/>
          <p:cNvSpPr txBox="1"/>
          <p:nvPr>
            <p:ph idx="4" type="body"/>
          </p:nvPr>
        </p:nvSpPr>
        <p:spPr>
          <a:xfrm>
            <a:off x="600231" y="3358933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69" name="Google Shape;269;p61"/>
          <p:cNvSpPr txBox="1"/>
          <p:nvPr>
            <p:ph idx="5" type="body"/>
          </p:nvPr>
        </p:nvSpPr>
        <p:spPr>
          <a:xfrm>
            <a:off x="4362302" y="2550355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70" name="Google Shape;270;p61"/>
          <p:cNvSpPr txBox="1"/>
          <p:nvPr>
            <p:ph idx="6" type="body"/>
          </p:nvPr>
        </p:nvSpPr>
        <p:spPr>
          <a:xfrm>
            <a:off x="814886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71" name="Google Shape;271;p61"/>
          <p:cNvSpPr txBox="1"/>
          <p:nvPr>
            <p:ph idx="7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61"/>
          <p:cNvSpPr txBox="1"/>
          <p:nvPr>
            <p:ph idx="8" type="body"/>
          </p:nvPr>
        </p:nvSpPr>
        <p:spPr>
          <a:xfrm>
            <a:off x="814886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73" name="Google Shape;273;p61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 фото вертик">
  <p:cSld name="1_ фото вертик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8"/>
          <p:cNvSpPr txBox="1"/>
          <p:nvPr>
            <p:ph idx="1" type="body"/>
          </p:nvPr>
        </p:nvSpPr>
        <p:spPr>
          <a:xfrm>
            <a:off x="587376" y="2528888"/>
            <a:ext cx="7127874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/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6" name="Google Shape;276;p68"/>
          <p:cNvSpPr txBox="1"/>
          <p:nvPr>
            <p:ph type="title"/>
          </p:nvPr>
        </p:nvSpPr>
        <p:spPr>
          <a:xfrm>
            <a:off x="587376" y="584200"/>
            <a:ext cx="7127874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277" name="Google Shape;277;p68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 1">
  <p:cSld name="2 фото_2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84d08330cf_0_20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0" name="Google Shape;280;g284d08330cf_0_20"/>
          <p:cNvSpPr/>
          <p:nvPr>
            <p:ph idx="3" type="pic"/>
          </p:nvPr>
        </p:nvSpPr>
        <p:spPr>
          <a:xfrm>
            <a:off x="587375" y="587376"/>
            <a:ext cx="723884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в 3 колонки">
  <p:cSld name="Заголовок + текст в 3 колонки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283" name="Google Shape;283;p83"/>
          <p:cNvSpPr txBox="1"/>
          <p:nvPr>
            <p:ph idx="1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4" name="Google Shape;284;p83"/>
          <p:cNvSpPr txBox="1"/>
          <p:nvPr>
            <p:ph idx="2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83"/>
          <p:cNvSpPr txBox="1"/>
          <p:nvPr>
            <p:ph idx="3" type="body"/>
          </p:nvPr>
        </p:nvSpPr>
        <p:spPr>
          <a:xfrm>
            <a:off x="58632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587375" y="584200"/>
            <a:ext cx="11017249" cy="1106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1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587375" y="1825625"/>
            <a:ext cx="11017249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⏤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⏤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5873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8614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8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146fba93f_1_0"/>
          <p:cNvSpPr txBox="1"/>
          <p:nvPr>
            <p:ph idx="1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92" name="Google Shape;292;g2f146fba93f_1_0"/>
          <p:cNvSpPr txBox="1"/>
          <p:nvPr>
            <p:ph idx="2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Курс: “Введение в корпоративную разработку”</a:t>
            </a:r>
            <a:endParaRPr/>
          </a:p>
        </p:txBody>
      </p:sp>
      <p:sp>
        <p:nvSpPr>
          <p:cNvPr id="293" name="Google Shape;293;g2f146fba93f_1_0"/>
          <p:cNvSpPr txBox="1"/>
          <p:nvPr>
            <p:ph idx="3" type="body"/>
          </p:nvPr>
        </p:nvSpPr>
        <p:spPr>
          <a:xfrm>
            <a:off x="8183217" y="5961666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kontur.ru</a:t>
            </a:r>
            <a:endParaRPr/>
          </a:p>
        </p:txBody>
      </p:sp>
      <p:pic>
        <p:nvPicPr>
          <p:cNvPr id="294" name="Google Shape;294;g2f146fba93f_1_0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5214" y="5842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95" name="Google Shape;295;g2f146fba93f_1_0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REST API в ASP.NET Core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Разминка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670650" y="2544238"/>
            <a:ext cx="5940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❓ </a:t>
            </a:r>
            <a:r>
              <a:rPr lang="ru-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Кто знает, из чего состоит запрос</a:t>
            </a:r>
            <a:r>
              <a:rPr b="0" i="0" lang="ru-RU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❓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0300" y="0"/>
            <a:ext cx="5121700" cy="67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 txBox="1"/>
          <p:nvPr>
            <p:ph type="title"/>
          </p:nvPr>
        </p:nvSpPr>
        <p:spPr>
          <a:xfrm>
            <a:off x="587375" y="584200"/>
            <a:ext cx="59157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HTTP</a:t>
            </a:r>
            <a:endParaRPr/>
          </a:p>
        </p:txBody>
      </p:sp>
      <p:sp>
        <p:nvSpPr>
          <p:cNvPr id="308" name="Google Shape;308;p10"/>
          <p:cNvSpPr txBox="1"/>
          <p:nvPr/>
        </p:nvSpPr>
        <p:spPr>
          <a:xfrm>
            <a:off x="587375" y="1889250"/>
            <a:ext cx="1026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Hyper Text Transfer Protocol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это протокол прикладного уровня , разработанный для обмена данными между клиентом и сервером в сети Интернет.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587375" y="3348500"/>
            <a:ext cx="52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Назначение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587375" y="3964100"/>
            <a:ext cx="99831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обмен</a:t>
            </a: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HTML-страницами,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изображениями,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видео,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текстом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другими типами данных, составляющих веб-ресурсы.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fab7874a6_0_2"/>
          <p:cNvSpPr txBox="1"/>
          <p:nvPr>
            <p:ph type="title"/>
          </p:nvPr>
        </p:nvSpPr>
        <p:spPr>
          <a:xfrm>
            <a:off x="587375" y="584200"/>
            <a:ext cx="59157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REST</a:t>
            </a:r>
            <a:endParaRPr/>
          </a:p>
        </p:txBody>
      </p:sp>
      <p:sp>
        <p:nvSpPr>
          <p:cNvPr id="316" name="Google Shape;316;g37fab7874a6_0_2"/>
          <p:cNvSpPr txBox="1"/>
          <p:nvPr/>
        </p:nvSpPr>
        <p:spPr>
          <a:xfrm>
            <a:off x="587375" y="2557650"/>
            <a:ext cx="10266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REpresentational State Transfer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популярный архитектурный подход для создания API в современном мире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g37fab7874a6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150" y="3725850"/>
            <a:ext cx="9513300" cy="29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7c9ae88fcc_0_2"/>
          <p:cNvSpPr txBox="1"/>
          <p:nvPr>
            <p:ph type="title"/>
          </p:nvPr>
        </p:nvSpPr>
        <p:spPr>
          <a:xfrm>
            <a:off x="587375" y="584200"/>
            <a:ext cx="110172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Ресурс</a:t>
            </a:r>
            <a:endParaRPr/>
          </a:p>
        </p:txBody>
      </p:sp>
      <p:sp>
        <p:nvSpPr>
          <p:cNvPr id="323" name="Google Shape;323;g37c9ae88fcc_0_2"/>
          <p:cNvSpPr txBox="1"/>
          <p:nvPr/>
        </p:nvSpPr>
        <p:spPr>
          <a:xfrm>
            <a:off x="587375" y="1903650"/>
            <a:ext cx="758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Любой объект, данные или служба, к которым клиент может получить доступ.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g37c9ae88fcc_0_2"/>
          <p:cNvSpPr txBox="1"/>
          <p:nvPr/>
        </p:nvSpPr>
        <p:spPr>
          <a:xfrm>
            <a:off x="736575" y="4165275"/>
            <a:ext cx="696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highlight>
                  <a:srgbClr val="595959"/>
                </a:highlight>
                <a:latin typeface="Montserrat"/>
                <a:ea typeface="Montserrat"/>
                <a:cs typeface="Montserrat"/>
                <a:sym typeface="Montserrat"/>
              </a:rPr>
              <a:t>https://api.webapp.com/</a:t>
            </a:r>
            <a:r>
              <a:rPr lang="ru-RU" sz="2800">
                <a:solidFill>
                  <a:schemeClr val="dk1"/>
                </a:solidFill>
                <a:highlight>
                  <a:schemeClr val="accent3"/>
                </a:highlight>
                <a:latin typeface="Montserrat"/>
                <a:ea typeface="Montserrat"/>
                <a:cs typeface="Montserrat"/>
                <a:sym typeface="Montserrat"/>
              </a:rPr>
              <a:t>students</a:t>
            </a:r>
            <a:r>
              <a:rPr lang="ru-RU" sz="2800">
                <a:solidFill>
                  <a:schemeClr val="dk1"/>
                </a:solidFill>
                <a:highlight>
                  <a:srgbClr val="595959"/>
                </a:highlight>
                <a:latin typeface="Montserrat"/>
                <a:ea typeface="Montserrat"/>
                <a:cs typeface="Montserrat"/>
                <a:sym typeface="Montserrat"/>
              </a:rPr>
              <a:t>/1</a:t>
            </a:r>
            <a:endParaRPr sz="2800">
              <a:solidFill>
                <a:schemeClr val="dk1"/>
              </a:solidFill>
              <a:highlight>
                <a:srgbClr val="595959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fab7874a6_0_17"/>
          <p:cNvSpPr txBox="1"/>
          <p:nvPr>
            <p:ph type="title"/>
          </p:nvPr>
        </p:nvSpPr>
        <p:spPr>
          <a:xfrm>
            <a:off x="587375" y="584200"/>
            <a:ext cx="110172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URI</a:t>
            </a:r>
            <a:endParaRPr/>
          </a:p>
        </p:txBody>
      </p:sp>
      <p:sp>
        <p:nvSpPr>
          <p:cNvPr id="330" name="Google Shape;330;g37fab7874a6_0_17"/>
          <p:cNvSpPr txBox="1"/>
          <p:nvPr/>
        </p:nvSpPr>
        <p:spPr>
          <a:xfrm>
            <a:off x="587375" y="1903650"/>
            <a:ext cx="9827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Uniform Resource Identifier</a:t>
            </a:r>
            <a:r>
              <a:rPr lang="ru-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последовательность символов, идентифицирующая ресурс</a:t>
            </a:r>
            <a:r>
              <a:rPr lang="ru-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g37fab7874a6_0_17"/>
          <p:cNvSpPr txBox="1"/>
          <p:nvPr/>
        </p:nvSpPr>
        <p:spPr>
          <a:xfrm>
            <a:off x="587375" y="3240475"/>
            <a:ext cx="696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highlight>
                  <a:schemeClr val="accent1"/>
                </a:highlight>
                <a:latin typeface="Montserrat"/>
                <a:ea typeface="Montserrat"/>
                <a:cs typeface="Montserrat"/>
                <a:sym typeface="Montserrat"/>
              </a:rPr>
              <a:t>https://api.webapp.com/students/1</a:t>
            </a:r>
            <a:endParaRPr sz="2800">
              <a:solidFill>
                <a:schemeClr val="dk1"/>
              </a:solidFill>
              <a:highlight>
                <a:schemeClr val="accen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g37fab7874a6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50" y="4393525"/>
            <a:ext cx="5695151" cy="17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fab7874a6_0_27"/>
          <p:cNvSpPr txBox="1"/>
          <p:nvPr>
            <p:ph type="title"/>
          </p:nvPr>
        </p:nvSpPr>
        <p:spPr>
          <a:xfrm>
            <a:off x="587375" y="584200"/>
            <a:ext cx="110172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Структура запроса</a:t>
            </a:r>
            <a:endParaRPr/>
          </a:p>
        </p:txBody>
      </p:sp>
      <p:pic>
        <p:nvPicPr>
          <p:cNvPr id="338" name="Google Shape;338;g37fab7874a6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75" y="1691750"/>
            <a:ext cx="4192700" cy="471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7fab7874a6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375" y="4200575"/>
            <a:ext cx="2492145" cy="22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7fab7874a6_0_36"/>
          <p:cNvSpPr txBox="1"/>
          <p:nvPr>
            <p:ph type="title"/>
          </p:nvPr>
        </p:nvSpPr>
        <p:spPr>
          <a:xfrm>
            <a:off x="587375" y="584200"/>
            <a:ext cx="110172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Структура ответа</a:t>
            </a:r>
            <a:endParaRPr/>
          </a:p>
        </p:txBody>
      </p:sp>
      <p:pic>
        <p:nvPicPr>
          <p:cNvPr id="345" name="Google Shape;345;g37fab7874a6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77" y="2025056"/>
            <a:ext cx="3175760" cy="4140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cf7d6601f_1_0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 sz="1400">
                <a:solidFill>
                  <a:srgbClr val="000000"/>
                </a:solidFill>
                <a:latin typeface="Geologica"/>
                <a:ea typeface="Geologica"/>
                <a:cs typeface="Geologica"/>
                <a:sym typeface="Geologica"/>
              </a:rPr>
              <a:t>Best Practices</a:t>
            </a: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Best Practices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sz="1400">
              <a:solidFill>
                <a:srgbClr val="00000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351" name="Google Shape;351;g37cf7d6601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2587825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7cf7d6601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3263962"/>
            <a:ext cx="368500" cy="3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7cf7d6601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4095365"/>
            <a:ext cx="368489" cy="36848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7cf7d6601f_1_0"/>
          <p:cNvSpPr txBox="1"/>
          <p:nvPr/>
        </p:nvSpPr>
        <p:spPr>
          <a:xfrm>
            <a:off x="1107025" y="2628475"/>
            <a:ext cx="10497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Используйте существительные для имен ресурсов</a:t>
            </a:r>
            <a:endParaRPr i="1" sz="2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Используйте множественные существительные для обозначения URI коллекций</a:t>
            </a:r>
            <a:endParaRPr i="1" sz="2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Сохраняйте связи простыми и гибкими</a:t>
            </a:r>
            <a:endParaRPr i="1" sz="2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Избегайте большого количества небольших ресурсов.</a:t>
            </a:r>
            <a:endParaRPr i="1" sz="2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6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Избегайте создания API, которые отражают внутреннюю структуру базы данных.</a:t>
            </a:r>
            <a:endParaRPr i="1" sz="2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5" name="Google Shape;355;g37cf7d6601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4737150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7cf7d6601f_1_0"/>
          <p:cNvPicPr preferRelativeResize="0"/>
          <p:nvPr/>
        </p:nvPicPr>
        <p:blipFill rotWithShape="1">
          <a:blip r:embed="rId3">
            <a:alphaModFix/>
          </a:blip>
          <a:srcRect b="13580" l="0" r="0" t="-13580"/>
          <a:stretch/>
        </p:blipFill>
        <p:spPr>
          <a:xfrm>
            <a:off x="519800" y="5378950"/>
            <a:ext cx="368489" cy="36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fab7874a6_0_53"/>
          <p:cNvSpPr txBox="1"/>
          <p:nvPr>
            <p:ph type="title"/>
          </p:nvPr>
        </p:nvSpPr>
        <p:spPr>
          <a:xfrm>
            <a:off x="519800" y="584175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Best Practices</a:t>
            </a:r>
            <a:endParaRPr/>
          </a:p>
        </p:txBody>
      </p:sp>
      <p:pic>
        <p:nvPicPr>
          <p:cNvPr id="362" name="Google Shape;362;g37fab7874a6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2587825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7fab7874a6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3263962"/>
            <a:ext cx="368500" cy="3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7fab7874a6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4095365"/>
            <a:ext cx="368489" cy="36848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7fab7874a6_0_53"/>
          <p:cNvSpPr txBox="1"/>
          <p:nvPr/>
        </p:nvSpPr>
        <p:spPr>
          <a:xfrm>
            <a:off x="1107025" y="2628475"/>
            <a:ext cx="10497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4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GET: получить подробную информацию о ресурсе</a:t>
            </a:r>
            <a:endParaRPr i="1" sz="24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4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POST: создать новый ресурс</a:t>
            </a:r>
            <a:endParaRPr i="1" sz="24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4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PUT: обновить существующий ресурс</a:t>
            </a:r>
            <a:endParaRPr i="1" sz="24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4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PATCH;</a:t>
            </a:r>
            <a:endParaRPr i="1" sz="24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24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DELETE: Удалить ресурс</a:t>
            </a:r>
            <a:endParaRPr i="1" sz="24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6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i="1" sz="24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6" name="Google Shape;366;g37fab7874a6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4737150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7fab7874a6_0_53"/>
          <p:cNvPicPr preferRelativeResize="0"/>
          <p:nvPr/>
        </p:nvPicPr>
        <p:blipFill rotWithShape="1">
          <a:blip r:embed="rId3">
            <a:alphaModFix/>
          </a:blip>
          <a:srcRect b="13580" l="0" r="0" t="-13580"/>
          <a:stretch/>
        </p:blipFill>
        <p:spPr>
          <a:xfrm>
            <a:off x="519800" y="5378950"/>
            <a:ext cx="368489" cy="36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7fab7874a6_0_48"/>
          <p:cNvSpPr txBox="1"/>
          <p:nvPr>
            <p:ph type="title"/>
          </p:nvPr>
        </p:nvSpPr>
        <p:spPr>
          <a:xfrm>
            <a:off x="587375" y="584200"/>
            <a:ext cx="6118200" cy="55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Открываем </a:t>
            </a:r>
            <a:r>
              <a:rPr lang="ru-RU">
                <a:solidFill>
                  <a:schemeClr val="accent3"/>
                </a:solidFill>
              </a:rPr>
              <a:t>приложение с прошлой пары</a:t>
            </a:r>
            <a:r>
              <a:rPr lang="ru-RU"/>
              <a:t> и добавляем другие методы </a:t>
            </a:r>
            <a:r>
              <a:rPr lang="ru-RU">
                <a:solidFill>
                  <a:schemeClr val="accent3"/>
                </a:solidFill>
              </a:rPr>
              <a:t>REST API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heme Montserrat">
  <a:themeElements>
    <a:clrScheme name="Шаблон 2023">
      <a:dk1>
        <a:srgbClr val="FEFFFE"/>
      </a:dk1>
      <a:lt1>
        <a:srgbClr val="000000"/>
      </a:lt1>
      <a:dk2>
        <a:srgbClr val="F1F1F1"/>
      </a:dk2>
      <a:lt2>
        <a:srgbClr val="000000"/>
      </a:lt2>
      <a:accent1>
        <a:srgbClr val="00C5A7"/>
      </a:accent1>
      <a:accent2>
        <a:srgbClr val="FF8126"/>
      </a:accent2>
      <a:accent3>
        <a:srgbClr val="26AD50"/>
      </a:accent3>
      <a:accent4>
        <a:srgbClr val="FE5948"/>
      </a:accent4>
      <a:accent5>
        <a:srgbClr val="2191FE"/>
      </a:accent5>
      <a:accent6>
        <a:srgbClr val="B850CF"/>
      </a:accent6>
      <a:hlink>
        <a:srgbClr val="0671F6"/>
      </a:hlink>
      <a:folHlink>
        <a:srgbClr val="0570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2021-03-05T04:34:43Z</dcterms:created>
  <dc:creator>Ольга Преображенская</dc:creator>
</cp:coreProperties>
</file>