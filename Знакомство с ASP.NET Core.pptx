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Geologica Medium"/>
      <p:regular r:id="rId24"/>
      <p:bold r:id="rId25"/>
    </p:embeddedFont>
    <p:embeddedFont>
      <p:font typeface="Geologica"/>
      <p:regular r:id="rId26"/>
      <p:bold r:id="rId27"/>
    </p:embeddedFont>
    <p:embeddedFont>
      <p:font typeface="Geologica Light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tpmI5uxaRqYAWrijnK7VFUSKV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Geologica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eologica-regular.fntdata"/><Relationship Id="rId25" Type="http://schemas.openxmlformats.org/officeDocument/2006/relationships/font" Target="fonts/GeologicaMedium-bold.fntdata"/><Relationship Id="rId28" Type="http://schemas.openxmlformats.org/officeDocument/2006/relationships/font" Target="fonts/GeologicaLight-regular.fntdata"/><Relationship Id="rId27" Type="http://schemas.openxmlformats.org/officeDocument/2006/relationships/font" Target="fonts/Geologic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Geologica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146fba93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2f146fba93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2f146fba93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c9ae88fc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7c9ae88fc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c9ae88fcc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7c9ae88fcc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cf7d6601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7cf7d6601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d019785d0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7d019785d0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cf7d6601f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37cf7d6601f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cf7d6601f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7cf7d6601f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cf7d6601f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37cf7d6601f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cf7d6601f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7cf7d6601f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cf7d6601f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g37cf7d6601f_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d019785d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7d019785d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title"/>
          </p:nvPr>
        </p:nvSpPr>
        <p:spPr>
          <a:xfrm>
            <a:off x="594749" y="584200"/>
            <a:ext cx="5400000" cy="3013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7" name="Google Shape;17;p49"/>
          <p:cNvSpPr txBox="1"/>
          <p:nvPr>
            <p:ph idx="1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9"/>
          <p:cNvSpPr txBox="1"/>
          <p:nvPr>
            <p:ph idx="2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3" type="body"/>
          </p:nvPr>
        </p:nvSpPr>
        <p:spPr>
          <a:xfrm>
            <a:off x="8183217" y="5875893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9"/>
          <p:cNvSpPr/>
          <p:nvPr/>
        </p:nvSpPr>
        <p:spPr>
          <a:xfrm>
            <a:off x="7105925" y="1143250"/>
            <a:ext cx="3959400" cy="395940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49"/>
          <p:cNvSpPr/>
          <p:nvPr>
            <p:ph idx="4" type="pic"/>
          </p:nvPr>
        </p:nvSpPr>
        <p:spPr>
          <a:xfrm>
            <a:off x="7637939" y="6044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22" name="Google Shape;2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навылет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9"/>
          <p:cNvSpPr txBox="1"/>
          <p:nvPr>
            <p:ph idx="1" type="body"/>
          </p:nvPr>
        </p:nvSpPr>
        <p:spPr>
          <a:xfrm>
            <a:off x="587375" y="2528888"/>
            <a:ext cx="5941015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9"/>
          <p:cNvSpPr/>
          <p:nvPr>
            <p:ph idx="2" type="pic"/>
          </p:nvPr>
        </p:nvSpPr>
        <p:spPr>
          <a:xfrm>
            <a:off x="7104624" y="0"/>
            <a:ext cx="508737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69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">
  <p:cSld name="Текстовый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idx="1" type="body"/>
          </p:nvPr>
        </p:nvSpPr>
        <p:spPr>
          <a:xfrm>
            <a:off x="587375" y="584200"/>
            <a:ext cx="11017250" cy="5581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цифры крупно">
  <p:cSld name="2 цифры крупно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8"/>
          <p:cNvSpPr txBox="1"/>
          <p:nvPr>
            <p:ph idx="1" type="subTitle"/>
          </p:nvPr>
        </p:nvSpPr>
        <p:spPr>
          <a:xfrm>
            <a:off x="587375" y="4332747"/>
            <a:ext cx="4679284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58"/>
          <p:cNvSpPr txBox="1"/>
          <p:nvPr>
            <p:ph idx="2" type="body"/>
          </p:nvPr>
        </p:nvSpPr>
        <p:spPr>
          <a:xfrm>
            <a:off x="587374" y="2882349"/>
            <a:ext cx="4679285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b="1" sz="11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2" name="Google Shape;32;p58"/>
          <p:cNvSpPr txBox="1"/>
          <p:nvPr>
            <p:ph idx="3" type="body"/>
          </p:nvPr>
        </p:nvSpPr>
        <p:spPr>
          <a:xfrm>
            <a:off x="6116209" y="2882349"/>
            <a:ext cx="4679284" cy="1203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b="1" sz="11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3" name="Google Shape;33;p58"/>
          <p:cNvSpPr txBox="1"/>
          <p:nvPr>
            <p:ph idx="4" type="body"/>
          </p:nvPr>
        </p:nvSpPr>
        <p:spPr>
          <a:xfrm>
            <a:off x="6116208" y="4332748"/>
            <a:ext cx="4679283" cy="12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8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факта">
  <p:cSld name="3 карточки факта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7"/>
            <a:ext cx="11016000" cy="384737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2"/>
          <p:cNvSpPr txBox="1"/>
          <p:nvPr>
            <p:ph idx="1" type="body"/>
          </p:nvPr>
        </p:nvSpPr>
        <p:spPr>
          <a:xfrm>
            <a:off x="879482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8" name="Google Shape;38;p72"/>
          <p:cNvSpPr txBox="1"/>
          <p:nvPr>
            <p:ph idx="2" type="body"/>
          </p:nvPr>
        </p:nvSpPr>
        <p:spPr>
          <a:xfrm>
            <a:off x="4645159" y="2533491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39" name="Google Shape;39;p72"/>
          <p:cNvSpPr txBox="1"/>
          <p:nvPr>
            <p:ph idx="3" type="body"/>
          </p:nvPr>
        </p:nvSpPr>
        <p:spPr>
          <a:xfrm>
            <a:off x="8399240" y="2530940"/>
            <a:ext cx="648208" cy="714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40" name="Google Shape;40;p72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2"/>
          <p:cNvSpPr txBox="1"/>
          <p:nvPr>
            <p:ph idx="4" type="subTitle"/>
          </p:nvPr>
        </p:nvSpPr>
        <p:spPr>
          <a:xfrm>
            <a:off x="879482" y="4218550"/>
            <a:ext cx="2893472" cy="1635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72"/>
          <p:cNvSpPr txBox="1"/>
          <p:nvPr>
            <p:ph idx="5" type="body"/>
          </p:nvPr>
        </p:nvSpPr>
        <p:spPr>
          <a:xfrm>
            <a:off x="4649508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72"/>
          <p:cNvSpPr txBox="1"/>
          <p:nvPr>
            <p:ph idx="6" type="body"/>
          </p:nvPr>
        </p:nvSpPr>
        <p:spPr>
          <a:xfrm>
            <a:off x="8419534" y="4217010"/>
            <a:ext cx="2868059" cy="163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2"/>
          <p:cNvSpPr txBox="1"/>
          <p:nvPr>
            <p:ph idx="7" type="body"/>
          </p:nvPr>
        </p:nvSpPr>
        <p:spPr>
          <a:xfrm>
            <a:off x="879482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45" name="Google Shape;45;p72"/>
          <p:cNvSpPr txBox="1"/>
          <p:nvPr>
            <p:ph idx="8" type="body"/>
          </p:nvPr>
        </p:nvSpPr>
        <p:spPr>
          <a:xfrm>
            <a:off x="4649509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46" name="Google Shape;46;p72"/>
          <p:cNvSpPr txBox="1"/>
          <p:nvPr>
            <p:ph idx="9" type="body"/>
          </p:nvPr>
        </p:nvSpPr>
        <p:spPr>
          <a:xfrm>
            <a:off x="8419535" y="3406533"/>
            <a:ext cx="2868059" cy="64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тбивка_1">
  <p:cSld name="Отбивка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6"/>
          <p:cNvSpPr txBox="1"/>
          <p:nvPr>
            <p:ph type="title"/>
          </p:nvPr>
        </p:nvSpPr>
        <p:spPr>
          <a:xfrm>
            <a:off x="587375" y="584200"/>
            <a:ext cx="6118225" cy="558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текст">
  <p:cSld name="Заголовок в 1 строку + текст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1" type="body"/>
          </p:nvPr>
        </p:nvSpPr>
        <p:spPr>
          <a:xfrm>
            <a:off x="587375" y="2528888"/>
            <a:ext cx="11017251" cy="3636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квадратное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9"/>
          <p:cNvSpPr txBox="1"/>
          <p:nvPr>
            <p:ph idx="1" type="body"/>
          </p:nvPr>
        </p:nvSpPr>
        <p:spPr>
          <a:xfrm>
            <a:off x="587375" y="2528888"/>
            <a:ext cx="4556997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9"/>
          <p:cNvSpPr txBox="1"/>
          <p:nvPr>
            <p:ph type="title"/>
          </p:nvPr>
        </p:nvSpPr>
        <p:spPr>
          <a:xfrm>
            <a:off x="587375" y="584200"/>
            <a:ext cx="4556998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9"/>
          <p:cNvSpPr/>
          <p:nvPr>
            <p:ph idx="2" type="pic"/>
          </p:nvPr>
        </p:nvSpPr>
        <p:spPr>
          <a:xfrm>
            <a:off x="6039748" y="584200"/>
            <a:ext cx="5564877" cy="55664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в маске">
  <p:cSld name="Фото в маске_3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0"/>
          <p:cNvSpPr txBox="1"/>
          <p:nvPr>
            <p:ph idx="1" type="body"/>
          </p:nvPr>
        </p:nvSpPr>
        <p:spPr>
          <a:xfrm>
            <a:off x="587375" y="2528888"/>
            <a:ext cx="5941015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0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0"/>
          <p:cNvSpPr/>
          <p:nvPr>
            <p:ph idx="2" type="pic"/>
          </p:nvPr>
        </p:nvSpPr>
        <p:spPr>
          <a:xfrm>
            <a:off x="7464056" y="584200"/>
            <a:ext cx="4140569" cy="6273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рупный тезис">
  <p:cSld name="Крупный тезис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7"/>
          <p:cNvSpPr txBox="1"/>
          <p:nvPr>
            <p:ph idx="1" type="body"/>
          </p:nvPr>
        </p:nvSpPr>
        <p:spPr>
          <a:xfrm>
            <a:off x="587375" y="5075583"/>
            <a:ext cx="7200000" cy="1090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7"/>
          <p:cNvSpPr txBox="1"/>
          <p:nvPr>
            <p:ph type="title"/>
          </p:nvPr>
        </p:nvSpPr>
        <p:spPr>
          <a:xfrm>
            <a:off x="587375" y="584200"/>
            <a:ext cx="7200000" cy="3608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+скриншот">
  <p:cSld name="Заголовок+скриншот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1"/>
          <p:cNvSpPr/>
          <p:nvPr>
            <p:ph idx="2" type="pic"/>
          </p:nvPr>
        </p:nvSpPr>
        <p:spPr>
          <a:xfrm>
            <a:off x="587375" y="2020957"/>
            <a:ext cx="11017251" cy="414489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81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Титул 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7"/>
          <p:cNvSpPr txBox="1"/>
          <p:nvPr>
            <p:ph type="title"/>
          </p:nvPr>
        </p:nvSpPr>
        <p:spPr>
          <a:xfrm>
            <a:off x="594749" y="584200"/>
            <a:ext cx="7588468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69" name="Google Shape;69;p67"/>
          <p:cNvSpPr txBox="1"/>
          <p:nvPr>
            <p:ph idx="1" type="body"/>
          </p:nvPr>
        </p:nvSpPr>
        <p:spPr>
          <a:xfrm>
            <a:off x="8183217" y="5875893"/>
            <a:ext cx="3421408" cy="29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67"/>
          <p:cNvSpPr txBox="1"/>
          <p:nvPr>
            <p:ph idx="2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7"/>
          <p:cNvSpPr txBox="1"/>
          <p:nvPr>
            <p:ph idx="3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>
  <p:cSld name="Таблица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+ список">
  <p:cSld name="Заголовок в 1 строку + список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idx="1" type="body"/>
          </p:nvPr>
        </p:nvSpPr>
        <p:spPr>
          <a:xfrm>
            <a:off x="587375" y="2528889"/>
            <a:ext cx="11017251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2 колонки">
  <p:cSld name="Заголовок + текст 2 колонки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1"/>
          <p:cNvSpPr txBox="1"/>
          <p:nvPr>
            <p:ph idx="1" type="body"/>
          </p:nvPr>
        </p:nvSpPr>
        <p:spPr>
          <a:xfrm>
            <a:off x="58737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1"/>
          <p:cNvSpPr txBox="1"/>
          <p:nvPr>
            <p:ph idx="2" type="body"/>
          </p:nvPr>
        </p:nvSpPr>
        <p:spPr>
          <a:xfrm>
            <a:off x="6384624" y="2528888"/>
            <a:ext cx="5220000" cy="3636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type="title"/>
          </p:nvPr>
        </p:nvSpPr>
        <p:spPr>
          <a:xfrm>
            <a:off x="587375" y="584200"/>
            <a:ext cx="11017249" cy="122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39">
          <p15:clr>
            <a:srgbClr val="5ACBF0"/>
          </p15:clr>
        </p15:guide>
        <p15:guide id="2" orient="horz" pos="1593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Титул 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870f9e6fac_0_7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3" name="Google Shape;83;g2870f9e6fac_0_7"/>
          <p:cNvSpPr/>
          <p:nvPr>
            <p:ph idx="2" type="pic"/>
          </p:nvPr>
        </p:nvSpPr>
        <p:spPr>
          <a:xfrm>
            <a:off x="7098224" y="584200"/>
            <a:ext cx="4500000" cy="5581649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4" name="Google Shape;84;g2870f9e6fac_0_7"/>
          <p:cNvSpPr txBox="1"/>
          <p:nvPr>
            <p:ph idx="1" type="body"/>
          </p:nvPr>
        </p:nvSpPr>
        <p:spPr>
          <a:xfrm>
            <a:off x="594748" y="4218108"/>
            <a:ext cx="5400000" cy="348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g2870f9e6fac_0_7"/>
          <p:cNvSpPr txBox="1"/>
          <p:nvPr>
            <p:ph idx="3" type="body"/>
          </p:nvPr>
        </p:nvSpPr>
        <p:spPr>
          <a:xfrm>
            <a:off x="594748" y="4598572"/>
            <a:ext cx="5399999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6" name="Google Shape;86;g2870f9e6fac_0_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9" cy="29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фактов">
  <p:cSld name="6 важных цифр 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3"/>
          <p:cNvSpPr txBox="1"/>
          <p:nvPr>
            <p:ph idx="1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3"/>
          <p:cNvSpPr txBox="1"/>
          <p:nvPr>
            <p:ph idx="2" type="body"/>
          </p:nvPr>
        </p:nvSpPr>
        <p:spPr>
          <a:xfrm>
            <a:off x="8148863" y="3809879"/>
            <a:ext cx="3239996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0" name="Google Shape;90;p63"/>
          <p:cNvSpPr txBox="1"/>
          <p:nvPr>
            <p:ph idx="3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4" type="body"/>
          </p:nvPr>
        </p:nvSpPr>
        <p:spPr>
          <a:xfrm>
            <a:off x="8148863" y="1382737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2" name="Google Shape;92;p63"/>
          <p:cNvSpPr txBox="1"/>
          <p:nvPr>
            <p:ph type="title"/>
          </p:nvPr>
        </p:nvSpPr>
        <p:spPr>
          <a:xfrm>
            <a:off x="587375" y="584200"/>
            <a:ext cx="1101724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3"/>
          <p:cNvSpPr txBox="1"/>
          <p:nvPr>
            <p:ph idx="5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63"/>
          <p:cNvSpPr txBox="1"/>
          <p:nvPr>
            <p:ph idx="6" type="body"/>
          </p:nvPr>
        </p:nvSpPr>
        <p:spPr>
          <a:xfrm>
            <a:off x="58601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5" name="Google Shape;95;p63"/>
          <p:cNvSpPr txBox="1"/>
          <p:nvPr>
            <p:ph idx="7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63"/>
          <p:cNvSpPr txBox="1"/>
          <p:nvPr>
            <p:ph idx="8" type="body"/>
          </p:nvPr>
        </p:nvSpPr>
        <p:spPr>
          <a:xfrm>
            <a:off x="586013" y="3809879"/>
            <a:ext cx="323999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7" name="Google Shape;97;p63"/>
          <p:cNvSpPr txBox="1"/>
          <p:nvPr>
            <p:ph idx="9" type="body"/>
          </p:nvPr>
        </p:nvSpPr>
        <p:spPr>
          <a:xfrm>
            <a:off x="43769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63"/>
          <p:cNvSpPr txBox="1"/>
          <p:nvPr>
            <p:ph idx="13" type="body"/>
          </p:nvPr>
        </p:nvSpPr>
        <p:spPr>
          <a:xfrm>
            <a:off x="4376962" y="1382737"/>
            <a:ext cx="3239999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99" name="Google Shape;99;p63"/>
          <p:cNvSpPr txBox="1"/>
          <p:nvPr>
            <p:ph idx="14" type="body"/>
          </p:nvPr>
        </p:nvSpPr>
        <p:spPr>
          <a:xfrm>
            <a:off x="43769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63"/>
          <p:cNvSpPr txBox="1"/>
          <p:nvPr>
            <p:ph idx="15" type="body"/>
          </p:nvPr>
        </p:nvSpPr>
        <p:spPr>
          <a:xfrm>
            <a:off x="4376962" y="3809879"/>
            <a:ext cx="3239997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аймлайн">
  <p:cSld name="1_таймлайн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9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75" y="2966453"/>
            <a:ext cx="11017248" cy="7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акта">
  <p:cSld name="3 факта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0"/>
          <p:cNvSpPr txBox="1"/>
          <p:nvPr>
            <p:ph idx="1" type="body"/>
          </p:nvPr>
        </p:nvSpPr>
        <p:spPr>
          <a:xfrm>
            <a:off x="587375" y="3485314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06" name="Google Shape;106;p60"/>
          <p:cNvSpPr txBox="1"/>
          <p:nvPr>
            <p:ph idx="2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60"/>
          <p:cNvSpPr txBox="1"/>
          <p:nvPr>
            <p:ph idx="3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60"/>
          <p:cNvSpPr txBox="1"/>
          <p:nvPr>
            <p:ph idx="4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60"/>
          <p:cNvSpPr txBox="1"/>
          <p:nvPr>
            <p:ph idx="5" type="body"/>
          </p:nvPr>
        </p:nvSpPr>
        <p:spPr>
          <a:xfrm>
            <a:off x="4195798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0" name="Google Shape;110;p60"/>
          <p:cNvSpPr txBox="1"/>
          <p:nvPr>
            <p:ph idx="6" type="body"/>
          </p:nvPr>
        </p:nvSpPr>
        <p:spPr>
          <a:xfrm>
            <a:off x="7804221" y="3489182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1" name="Google Shape;111;p60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а классика">
  <p:cSld name="4 карточки факта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4199bcb4c_2_299"/>
          <p:cNvSpPr txBox="1"/>
          <p:nvPr>
            <p:ph idx="1" type="body"/>
          </p:nvPr>
        </p:nvSpPr>
        <p:spPr>
          <a:xfrm>
            <a:off x="917625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4" name="Google Shape;114;g1f4199bcb4c_2_299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g1f4199bcb4c_2_299"/>
          <p:cNvSpPr txBox="1"/>
          <p:nvPr>
            <p:ph idx="2" type="body"/>
          </p:nvPr>
        </p:nvSpPr>
        <p:spPr>
          <a:xfrm>
            <a:off x="917625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6" name="Google Shape;116;g1f4199bcb4c_2_299"/>
          <p:cNvSpPr txBox="1"/>
          <p:nvPr>
            <p:ph idx="3" type="body"/>
          </p:nvPr>
        </p:nvSpPr>
        <p:spPr>
          <a:xfrm>
            <a:off x="6574122" y="4605025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7" name="Google Shape;117;g1f4199bcb4c_2_299"/>
          <p:cNvSpPr txBox="1"/>
          <p:nvPr>
            <p:ph idx="4" type="subTitle"/>
          </p:nvPr>
        </p:nvSpPr>
        <p:spPr>
          <a:xfrm>
            <a:off x="1716374" y="2528888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8" name="Google Shape;118;g1f4199bcb4c_2_299"/>
          <p:cNvSpPr txBox="1"/>
          <p:nvPr>
            <p:ph idx="5" type="body"/>
          </p:nvPr>
        </p:nvSpPr>
        <p:spPr>
          <a:xfrm>
            <a:off x="6574122" y="2528888"/>
            <a:ext cx="6483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19" name="Google Shape;119;g1f4199bcb4c_2_299"/>
          <p:cNvSpPr txBox="1"/>
          <p:nvPr/>
        </p:nvSpPr>
        <p:spPr>
          <a:xfrm>
            <a:off x="7427625" y="2528888"/>
            <a:ext cx="38406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logica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1f4199bcb4c_2_299"/>
          <p:cNvSpPr txBox="1"/>
          <p:nvPr>
            <p:ph idx="6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1f4199bcb4c_2_299"/>
          <p:cNvSpPr txBox="1"/>
          <p:nvPr>
            <p:ph idx="7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1f4199bcb4c_2_299"/>
          <p:cNvSpPr txBox="1"/>
          <p:nvPr>
            <p:ph idx="8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фактов">
  <p:cSld name="5 фактов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2"/>
          <p:cNvSpPr txBox="1"/>
          <p:nvPr>
            <p:ph idx="1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62"/>
          <p:cNvSpPr txBox="1"/>
          <p:nvPr>
            <p:ph idx="2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62"/>
          <p:cNvSpPr txBox="1"/>
          <p:nvPr>
            <p:ph idx="3" type="body"/>
          </p:nvPr>
        </p:nvSpPr>
        <p:spPr>
          <a:xfrm>
            <a:off x="4362302" y="2550355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27" name="Google Shape;127;p62"/>
          <p:cNvSpPr txBox="1"/>
          <p:nvPr>
            <p:ph idx="4" type="body"/>
          </p:nvPr>
        </p:nvSpPr>
        <p:spPr>
          <a:xfrm>
            <a:off x="814886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logica"/>
              <a:buNone/>
              <a:defRPr sz="6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128" name="Google Shape;128;p62"/>
          <p:cNvSpPr txBox="1"/>
          <p:nvPr>
            <p:ph idx="5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62"/>
          <p:cNvSpPr txBox="1"/>
          <p:nvPr>
            <p:ph idx="6" type="body"/>
          </p:nvPr>
        </p:nvSpPr>
        <p:spPr>
          <a:xfrm>
            <a:off x="814886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30" name="Google Shape;130;p62"/>
          <p:cNvSpPr txBox="1"/>
          <p:nvPr>
            <p:ph type="title"/>
          </p:nvPr>
        </p:nvSpPr>
        <p:spPr>
          <a:xfrm>
            <a:off x="587375" y="584200"/>
            <a:ext cx="11017249" cy="66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"/>
              <a:buNone/>
              <a:defRPr b="0"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131" name="Google Shape;131;p62"/>
          <p:cNvSpPr txBox="1"/>
          <p:nvPr>
            <p:ph idx="7" type="body"/>
          </p:nvPr>
        </p:nvSpPr>
        <p:spPr>
          <a:xfrm>
            <a:off x="58601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2"/>
          <p:cNvSpPr txBox="1"/>
          <p:nvPr>
            <p:ph idx="8" type="body"/>
          </p:nvPr>
        </p:nvSpPr>
        <p:spPr>
          <a:xfrm>
            <a:off x="58601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33" name="Google Shape;133;p62"/>
          <p:cNvSpPr txBox="1"/>
          <p:nvPr>
            <p:ph idx="9" type="body"/>
          </p:nvPr>
        </p:nvSpPr>
        <p:spPr>
          <a:xfrm>
            <a:off x="58601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62"/>
          <p:cNvSpPr txBox="1"/>
          <p:nvPr>
            <p:ph idx="13" type="body"/>
          </p:nvPr>
        </p:nvSpPr>
        <p:spPr>
          <a:xfrm>
            <a:off x="58601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logica"/>
              <a:buNone/>
              <a:defRPr sz="6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logica"/>
              <a:buChar char="⏤"/>
              <a:defRPr>
                <a:latin typeface="Geologica"/>
                <a:ea typeface="Geologica"/>
                <a:cs typeface="Geologica"/>
                <a:sym typeface="Geologica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logica"/>
              <a:buChar char="•"/>
              <a:defRPr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иконки">
  <p:cSld name="3 иконки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4"/>
          <p:cNvSpPr txBox="1"/>
          <p:nvPr>
            <p:ph idx="1" type="subTitle"/>
          </p:nvPr>
        </p:nvSpPr>
        <p:spPr>
          <a:xfrm>
            <a:off x="587375" y="4536369"/>
            <a:ext cx="2884941" cy="162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7" name="Google Shape;137;p64"/>
          <p:cNvSpPr txBox="1"/>
          <p:nvPr>
            <p:ph idx="2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8" name="Google Shape;138;p64"/>
          <p:cNvSpPr txBox="1"/>
          <p:nvPr>
            <p:ph idx="3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9" name="Google Shape;139;p64"/>
          <p:cNvSpPr/>
          <p:nvPr>
            <p:ph idx="4" type="pic"/>
          </p:nvPr>
        </p:nvSpPr>
        <p:spPr>
          <a:xfrm>
            <a:off x="587375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64"/>
          <p:cNvSpPr/>
          <p:nvPr>
            <p:ph idx="5" type="pic"/>
          </p:nvPr>
        </p:nvSpPr>
        <p:spPr>
          <a:xfrm>
            <a:off x="4185341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64"/>
          <p:cNvSpPr/>
          <p:nvPr>
            <p:ph idx="6" type="pic"/>
          </p:nvPr>
        </p:nvSpPr>
        <p:spPr>
          <a:xfrm>
            <a:off x="7770054" y="3652127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64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иконки на слайде">
  <p:cSld name="4 иконки на слайде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5"/>
          <p:cNvSpPr txBox="1"/>
          <p:nvPr>
            <p:ph idx="1" type="body"/>
          </p:nvPr>
        </p:nvSpPr>
        <p:spPr>
          <a:xfrm>
            <a:off x="1378204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45" name="Google Shape;145;p65"/>
          <p:cNvSpPr/>
          <p:nvPr>
            <p:ph idx="2" type="pic"/>
          </p:nvPr>
        </p:nvSpPr>
        <p:spPr>
          <a:xfrm>
            <a:off x="587375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65"/>
          <p:cNvSpPr txBox="1"/>
          <p:nvPr>
            <p:ph idx="3" type="body"/>
          </p:nvPr>
        </p:nvSpPr>
        <p:spPr>
          <a:xfrm>
            <a:off x="1378204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47" name="Google Shape;147;p65"/>
          <p:cNvSpPr/>
          <p:nvPr>
            <p:ph idx="4" type="pic"/>
          </p:nvPr>
        </p:nvSpPr>
        <p:spPr>
          <a:xfrm>
            <a:off x="587375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65"/>
          <p:cNvSpPr txBox="1"/>
          <p:nvPr>
            <p:ph idx="5" type="body"/>
          </p:nvPr>
        </p:nvSpPr>
        <p:spPr>
          <a:xfrm>
            <a:off x="1379533" y="509864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65"/>
          <p:cNvSpPr txBox="1"/>
          <p:nvPr>
            <p:ph idx="6" type="body"/>
          </p:nvPr>
        </p:nvSpPr>
        <p:spPr>
          <a:xfrm>
            <a:off x="7162778" y="3089950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50" name="Google Shape;150;p65"/>
          <p:cNvSpPr/>
          <p:nvPr>
            <p:ph idx="7" type="pic"/>
          </p:nvPr>
        </p:nvSpPr>
        <p:spPr>
          <a:xfrm>
            <a:off x="6371949" y="30899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65"/>
          <p:cNvSpPr txBox="1"/>
          <p:nvPr>
            <p:ph idx="8" type="body"/>
          </p:nvPr>
        </p:nvSpPr>
        <p:spPr>
          <a:xfrm>
            <a:off x="7162778" y="4647081"/>
            <a:ext cx="4006827" cy="408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52" name="Google Shape;152;p65"/>
          <p:cNvSpPr/>
          <p:nvPr>
            <p:ph idx="9" type="pic"/>
          </p:nvPr>
        </p:nvSpPr>
        <p:spPr>
          <a:xfrm>
            <a:off x="6371949" y="464708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65"/>
          <p:cNvSpPr txBox="1"/>
          <p:nvPr>
            <p:ph idx="13" type="body"/>
          </p:nvPr>
        </p:nvSpPr>
        <p:spPr>
          <a:xfrm>
            <a:off x="7164107" y="509864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65"/>
          <p:cNvSpPr txBox="1"/>
          <p:nvPr>
            <p:ph idx="14" type="body"/>
          </p:nvPr>
        </p:nvSpPr>
        <p:spPr>
          <a:xfrm>
            <a:off x="7164107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65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156" name="Google Shape;156;p65"/>
          <p:cNvSpPr txBox="1"/>
          <p:nvPr>
            <p:ph idx="15" type="body"/>
          </p:nvPr>
        </p:nvSpPr>
        <p:spPr>
          <a:xfrm>
            <a:off x="1375198" y="3541015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линейных иконок на слайде">
  <p:cSld name="6 иконок на слайде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6"/>
          <p:cNvSpPr/>
          <p:nvPr>
            <p:ph idx="2" type="pic"/>
          </p:nvPr>
        </p:nvSpPr>
        <p:spPr>
          <a:xfrm>
            <a:off x="587375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66"/>
          <p:cNvSpPr/>
          <p:nvPr>
            <p:ph idx="3" type="pic"/>
          </p:nvPr>
        </p:nvSpPr>
        <p:spPr>
          <a:xfrm>
            <a:off x="587375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66"/>
          <p:cNvSpPr txBox="1"/>
          <p:nvPr>
            <p:ph idx="1" type="body"/>
          </p:nvPr>
        </p:nvSpPr>
        <p:spPr>
          <a:xfrm>
            <a:off x="1379533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1" name="Google Shape;161;p66"/>
          <p:cNvSpPr/>
          <p:nvPr>
            <p:ph idx="4" type="pic"/>
          </p:nvPr>
        </p:nvSpPr>
        <p:spPr>
          <a:xfrm>
            <a:off x="6371949" y="2904623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66"/>
          <p:cNvSpPr/>
          <p:nvPr>
            <p:ph idx="5" type="pic"/>
          </p:nvPr>
        </p:nvSpPr>
        <p:spPr>
          <a:xfrm>
            <a:off x="6371949" y="4242236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66"/>
          <p:cNvSpPr txBox="1"/>
          <p:nvPr>
            <p:ph idx="6" type="body"/>
          </p:nvPr>
        </p:nvSpPr>
        <p:spPr>
          <a:xfrm>
            <a:off x="7164107" y="4242236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66"/>
          <p:cNvSpPr txBox="1"/>
          <p:nvPr>
            <p:ph idx="7" type="body"/>
          </p:nvPr>
        </p:nvSpPr>
        <p:spPr>
          <a:xfrm>
            <a:off x="7164107" y="2904623"/>
            <a:ext cx="400549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5" name="Google Shape;165;p66"/>
          <p:cNvSpPr/>
          <p:nvPr>
            <p:ph idx="8" type="pic"/>
          </p:nvPr>
        </p:nvSpPr>
        <p:spPr>
          <a:xfrm>
            <a:off x="587375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66"/>
          <p:cNvSpPr txBox="1"/>
          <p:nvPr>
            <p:ph idx="9" type="body"/>
          </p:nvPr>
        </p:nvSpPr>
        <p:spPr>
          <a:xfrm>
            <a:off x="1379533" y="5556250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7" name="Google Shape;167;p66"/>
          <p:cNvSpPr/>
          <p:nvPr>
            <p:ph idx="13" type="pic"/>
          </p:nvPr>
        </p:nvSpPr>
        <p:spPr>
          <a:xfrm>
            <a:off x="6371949" y="555625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66"/>
          <p:cNvSpPr txBox="1"/>
          <p:nvPr>
            <p:ph idx="14" type="body"/>
          </p:nvPr>
        </p:nvSpPr>
        <p:spPr>
          <a:xfrm>
            <a:off x="7164107" y="5556250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9" name="Google Shape;169;p66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66"/>
          <p:cNvSpPr txBox="1"/>
          <p:nvPr>
            <p:ph idx="15" type="body"/>
          </p:nvPr>
        </p:nvSpPr>
        <p:spPr>
          <a:xfrm>
            <a:off x="1388949" y="2904623"/>
            <a:ext cx="400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">
  <p:cSld name="3 фото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0"/>
          <p:cNvSpPr/>
          <p:nvPr>
            <p:ph idx="2" type="pic"/>
          </p:nvPr>
        </p:nvSpPr>
        <p:spPr>
          <a:xfrm>
            <a:off x="603401" y="59225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3" name="Google Shape;173;p70"/>
          <p:cNvSpPr/>
          <p:nvPr>
            <p:ph idx="3" type="pic"/>
          </p:nvPr>
        </p:nvSpPr>
        <p:spPr>
          <a:xfrm>
            <a:off x="4350001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4" name="Google Shape;174;p70"/>
          <p:cNvSpPr/>
          <p:nvPr>
            <p:ph idx="4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">
  <p:cSld name="2 фото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4d08330cf_0_11"/>
          <p:cNvSpPr/>
          <p:nvPr>
            <p:ph idx="2" type="pic"/>
          </p:nvPr>
        </p:nvSpPr>
        <p:spPr>
          <a:xfrm>
            <a:off x="603401" y="587376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7" name="Google Shape;177;g284d08330cf_0_11"/>
          <p:cNvSpPr/>
          <p:nvPr>
            <p:ph idx="3" type="pic"/>
          </p:nvPr>
        </p:nvSpPr>
        <p:spPr>
          <a:xfrm>
            <a:off x="4349750" y="587376"/>
            <a:ext cx="7238849" cy="5573700"/>
          </a:xfrm>
          <a:prstGeom prst="roundRect">
            <a:avLst>
              <a:gd fmla="val 10591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на весь слайд">
  <p:cSld name="Фото на весь слайд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1"/>
          <p:cNvSpPr/>
          <p:nvPr>
            <p:ph idx="2" type="pic"/>
          </p:nvPr>
        </p:nvSpPr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факта">
  <p:cSld name="4 карточки факта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7"/>
            <a:ext cx="11016000" cy="384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3"/>
          <p:cNvSpPr txBox="1"/>
          <p:nvPr>
            <p:ph idx="1" type="body"/>
          </p:nvPr>
        </p:nvSpPr>
        <p:spPr>
          <a:xfrm>
            <a:off x="917625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3" name="Google Shape;183;p73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73"/>
          <p:cNvSpPr txBox="1"/>
          <p:nvPr>
            <p:ph idx="2" type="body"/>
          </p:nvPr>
        </p:nvSpPr>
        <p:spPr>
          <a:xfrm>
            <a:off x="917625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5" name="Google Shape;185;p73"/>
          <p:cNvSpPr txBox="1"/>
          <p:nvPr>
            <p:ph idx="3" type="body"/>
          </p:nvPr>
        </p:nvSpPr>
        <p:spPr>
          <a:xfrm>
            <a:off x="6574122" y="4605025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6" name="Google Shape;186;p73"/>
          <p:cNvSpPr txBox="1"/>
          <p:nvPr>
            <p:ph idx="4" type="subTitle"/>
          </p:nvPr>
        </p:nvSpPr>
        <p:spPr>
          <a:xfrm>
            <a:off x="1716374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73"/>
          <p:cNvSpPr txBox="1"/>
          <p:nvPr>
            <p:ph idx="5" type="body"/>
          </p:nvPr>
        </p:nvSpPr>
        <p:spPr>
          <a:xfrm>
            <a:off x="6574122" y="2528888"/>
            <a:ext cx="648208" cy="787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188" name="Google Shape;188;p73"/>
          <p:cNvSpPr txBox="1"/>
          <p:nvPr/>
        </p:nvSpPr>
        <p:spPr>
          <a:xfrm>
            <a:off x="7427625" y="2528888"/>
            <a:ext cx="3840517" cy="1066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eologica Light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73"/>
          <p:cNvSpPr txBox="1"/>
          <p:nvPr>
            <p:ph idx="6" type="body"/>
          </p:nvPr>
        </p:nvSpPr>
        <p:spPr>
          <a:xfrm>
            <a:off x="7360170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73"/>
          <p:cNvSpPr txBox="1"/>
          <p:nvPr>
            <p:ph idx="7" type="body"/>
          </p:nvPr>
        </p:nvSpPr>
        <p:spPr>
          <a:xfrm>
            <a:off x="7360170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73"/>
          <p:cNvSpPr txBox="1"/>
          <p:nvPr>
            <p:ph idx="8" type="body"/>
          </p:nvPr>
        </p:nvSpPr>
        <p:spPr>
          <a:xfrm>
            <a:off x="1716374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арточки иконки">
  <p:cSld name="2 карточки иконки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284d08330cf_0_1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7200" cy="384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84d08330cf_0_140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284d08330cf_0_140"/>
          <p:cNvSpPr txBox="1"/>
          <p:nvPr>
            <p:ph idx="1" type="subTitle"/>
          </p:nvPr>
        </p:nvSpPr>
        <p:spPr>
          <a:xfrm>
            <a:off x="1665318" y="2537225"/>
            <a:ext cx="35343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g284d08330cf_0_140"/>
          <p:cNvSpPr txBox="1"/>
          <p:nvPr>
            <p:ph idx="2" type="body"/>
          </p:nvPr>
        </p:nvSpPr>
        <p:spPr>
          <a:xfrm>
            <a:off x="7299951" y="2536669"/>
            <a:ext cx="3567000" cy="3249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g284d08330cf_0_140"/>
          <p:cNvSpPr/>
          <p:nvPr>
            <p:ph idx="3" type="pic"/>
          </p:nvPr>
        </p:nvSpPr>
        <p:spPr>
          <a:xfrm>
            <a:off x="892225" y="2537225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g284d08330cf_0_140"/>
          <p:cNvSpPr/>
          <p:nvPr>
            <p:ph idx="4" type="pic"/>
          </p:nvPr>
        </p:nvSpPr>
        <p:spPr>
          <a:xfrm>
            <a:off x="6526844" y="2536669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арточки иконки">
  <p:cSld name="3 карточки иконки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7374" y="2318400"/>
            <a:ext cx="11017249" cy="3847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4"/>
          <p:cNvSpPr/>
          <p:nvPr>
            <p:ph idx="2" type="pic"/>
          </p:nvPr>
        </p:nvSpPr>
        <p:spPr>
          <a:xfrm>
            <a:off x="879482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4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74"/>
          <p:cNvSpPr/>
          <p:nvPr>
            <p:ph idx="3" type="pic"/>
          </p:nvPr>
        </p:nvSpPr>
        <p:spPr>
          <a:xfrm>
            <a:off x="4649509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4"/>
          <p:cNvSpPr/>
          <p:nvPr>
            <p:ph idx="4" type="pic"/>
          </p:nvPr>
        </p:nvSpPr>
        <p:spPr>
          <a:xfrm>
            <a:off x="8419535" y="254793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4"/>
          <p:cNvSpPr txBox="1"/>
          <p:nvPr>
            <p:ph idx="1" type="subTitle"/>
          </p:nvPr>
        </p:nvSpPr>
        <p:spPr>
          <a:xfrm>
            <a:off x="879482" y="4061618"/>
            <a:ext cx="2893472" cy="17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6" name="Google Shape;206;p74"/>
          <p:cNvSpPr txBox="1"/>
          <p:nvPr>
            <p:ph idx="5" type="body"/>
          </p:nvPr>
        </p:nvSpPr>
        <p:spPr>
          <a:xfrm>
            <a:off x="4649508" y="4059936"/>
            <a:ext cx="2868059" cy="1793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7" name="Google Shape;207;p74"/>
          <p:cNvSpPr txBox="1"/>
          <p:nvPr>
            <p:ph idx="6" type="body"/>
          </p:nvPr>
        </p:nvSpPr>
        <p:spPr>
          <a:xfrm>
            <a:off x="8419534" y="4059936"/>
            <a:ext cx="2868059" cy="1793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8" name="Google Shape;208;p74"/>
          <p:cNvSpPr txBox="1"/>
          <p:nvPr>
            <p:ph idx="7" type="body"/>
          </p:nvPr>
        </p:nvSpPr>
        <p:spPr>
          <a:xfrm>
            <a:off x="879482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09" name="Google Shape;209;p74"/>
          <p:cNvSpPr txBox="1"/>
          <p:nvPr>
            <p:ph idx="8" type="body"/>
          </p:nvPr>
        </p:nvSpPr>
        <p:spPr>
          <a:xfrm>
            <a:off x="4649509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  <p:sp>
        <p:nvSpPr>
          <p:cNvPr id="210" name="Google Shape;210;p74"/>
          <p:cNvSpPr txBox="1"/>
          <p:nvPr>
            <p:ph idx="9" type="body"/>
          </p:nvPr>
        </p:nvSpPr>
        <p:spPr>
          <a:xfrm>
            <a:off x="8419535" y="3333381"/>
            <a:ext cx="2868059" cy="487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b="1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карточки иконки 1">
  <p:cSld name="4 карточки с иконками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284d08330cf_0_1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6000" cy="3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84d08330cf_0_162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284d08330cf_0_162"/>
          <p:cNvSpPr txBox="1"/>
          <p:nvPr>
            <p:ph idx="1" type="subTitle"/>
          </p:nvPr>
        </p:nvSpPr>
        <p:spPr>
          <a:xfrm>
            <a:off x="1753849" y="2528888"/>
            <a:ext cx="3851999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5" name="Google Shape;215;g284d08330cf_0_162"/>
          <p:cNvSpPr txBox="1"/>
          <p:nvPr>
            <p:ph idx="2" type="body"/>
          </p:nvPr>
        </p:nvSpPr>
        <p:spPr>
          <a:xfrm>
            <a:off x="7397645" y="2536669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6" name="Google Shape;216;g284d08330cf_0_162"/>
          <p:cNvSpPr txBox="1"/>
          <p:nvPr>
            <p:ph idx="3" type="body"/>
          </p:nvPr>
        </p:nvSpPr>
        <p:spPr>
          <a:xfrm>
            <a:off x="7397645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7" name="Google Shape;217;g284d08330cf_0_162"/>
          <p:cNvSpPr txBox="1"/>
          <p:nvPr>
            <p:ph idx="4" type="body"/>
          </p:nvPr>
        </p:nvSpPr>
        <p:spPr>
          <a:xfrm>
            <a:off x="1753849" y="4605311"/>
            <a:ext cx="3852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18" name="Google Shape;218;g284d08330cf_0_162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g284d08330cf_0_162"/>
          <p:cNvSpPr/>
          <p:nvPr>
            <p:ph idx="6" type="pic"/>
          </p:nvPr>
        </p:nvSpPr>
        <p:spPr>
          <a:xfrm>
            <a:off x="879482" y="458254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g284d08330cf_0_162"/>
          <p:cNvSpPr/>
          <p:nvPr>
            <p:ph idx="7" type="pic"/>
          </p:nvPr>
        </p:nvSpPr>
        <p:spPr>
          <a:xfrm>
            <a:off x="6523279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g284d08330cf_0_162"/>
          <p:cNvSpPr/>
          <p:nvPr>
            <p:ph idx="8" type="pic"/>
          </p:nvPr>
        </p:nvSpPr>
        <p:spPr>
          <a:xfrm>
            <a:off x="6523279" y="4590035"/>
            <a:ext cx="540000" cy="540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карточек">
  <p:cSld name="5 карточек с иконками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400"/>
            <a:ext cx="11017763" cy="38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5"/>
          <p:cNvSpPr txBox="1"/>
          <p:nvPr>
            <p:ph type="title"/>
          </p:nvPr>
        </p:nvSpPr>
        <p:spPr>
          <a:xfrm>
            <a:off x="587375" y="584200"/>
            <a:ext cx="1101724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75"/>
          <p:cNvSpPr txBox="1"/>
          <p:nvPr>
            <p:ph idx="1" type="body"/>
          </p:nvPr>
        </p:nvSpPr>
        <p:spPr>
          <a:xfrm>
            <a:off x="879481" y="5310750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6" name="Google Shape;226;p75"/>
          <p:cNvSpPr txBox="1"/>
          <p:nvPr>
            <p:ph idx="2" type="body"/>
          </p:nvPr>
        </p:nvSpPr>
        <p:spPr>
          <a:xfrm>
            <a:off x="8329593" y="5310750"/>
            <a:ext cx="28440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7" name="Google Shape;227;p75"/>
          <p:cNvSpPr txBox="1"/>
          <p:nvPr>
            <p:ph idx="3" type="body"/>
          </p:nvPr>
        </p:nvSpPr>
        <p:spPr>
          <a:xfrm>
            <a:off x="4612033" y="3270225"/>
            <a:ext cx="2844000" cy="26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8" name="Google Shape;228;p75"/>
          <p:cNvSpPr txBox="1"/>
          <p:nvPr>
            <p:ph idx="4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9" name="Google Shape;229;p75"/>
          <p:cNvSpPr/>
          <p:nvPr>
            <p:ph idx="5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75"/>
          <p:cNvSpPr/>
          <p:nvPr>
            <p:ph idx="6" type="pic"/>
          </p:nvPr>
        </p:nvSpPr>
        <p:spPr>
          <a:xfrm>
            <a:off x="879482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75"/>
          <p:cNvSpPr/>
          <p:nvPr>
            <p:ph idx="7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75"/>
          <p:cNvSpPr/>
          <p:nvPr>
            <p:ph idx="8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75"/>
          <p:cNvSpPr/>
          <p:nvPr>
            <p:ph idx="9" type="pic"/>
          </p:nvPr>
        </p:nvSpPr>
        <p:spPr>
          <a:xfrm>
            <a:off x="8329594" y="4597530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75"/>
          <p:cNvSpPr txBox="1"/>
          <p:nvPr>
            <p:ph idx="13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карточек 1">
  <p:cSld name="6 карточек с иконками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284d08330cf_0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6800" y="2318038"/>
            <a:ext cx="11016000" cy="384787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84d08330cf_0_50"/>
          <p:cNvSpPr txBox="1"/>
          <p:nvPr>
            <p:ph type="title"/>
          </p:nvPr>
        </p:nvSpPr>
        <p:spPr>
          <a:xfrm>
            <a:off x="587375" y="584200"/>
            <a:ext cx="110172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latin typeface="Geologica Medium"/>
                <a:ea typeface="Geologica Medium"/>
                <a:cs typeface="Geologica Medium"/>
                <a:sym typeface="Geologica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38" name="Google Shape;238;g284d08330cf_0_50"/>
          <p:cNvSpPr/>
          <p:nvPr>
            <p:ph idx="2" type="pic"/>
          </p:nvPr>
        </p:nvSpPr>
        <p:spPr>
          <a:xfrm>
            <a:off x="879482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g284d08330cf_0_50"/>
          <p:cNvSpPr/>
          <p:nvPr>
            <p:ph idx="3" type="pic"/>
          </p:nvPr>
        </p:nvSpPr>
        <p:spPr>
          <a:xfrm>
            <a:off x="4612033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g284d08330cf_0_50"/>
          <p:cNvSpPr/>
          <p:nvPr>
            <p:ph idx="4" type="pic"/>
          </p:nvPr>
        </p:nvSpPr>
        <p:spPr>
          <a:xfrm>
            <a:off x="8329594" y="2528888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g284d08330cf_0_50"/>
          <p:cNvSpPr txBox="1"/>
          <p:nvPr>
            <p:ph idx="1" type="body"/>
          </p:nvPr>
        </p:nvSpPr>
        <p:spPr>
          <a:xfrm>
            <a:off x="8329592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g284d08330cf_0_50"/>
          <p:cNvSpPr txBox="1"/>
          <p:nvPr>
            <p:ph idx="5" type="body"/>
          </p:nvPr>
        </p:nvSpPr>
        <p:spPr>
          <a:xfrm>
            <a:off x="4612031" y="3270225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g284d08330cf_0_50"/>
          <p:cNvSpPr/>
          <p:nvPr>
            <p:ph idx="6" type="pic"/>
          </p:nvPr>
        </p:nvSpPr>
        <p:spPr>
          <a:xfrm>
            <a:off x="879482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g284d08330cf_0_50"/>
          <p:cNvSpPr/>
          <p:nvPr>
            <p:ph idx="7" type="pic"/>
          </p:nvPr>
        </p:nvSpPr>
        <p:spPr>
          <a:xfrm>
            <a:off x="4612033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g284d08330cf_0_50"/>
          <p:cNvSpPr/>
          <p:nvPr>
            <p:ph idx="8" type="pic"/>
          </p:nvPr>
        </p:nvSpPr>
        <p:spPr>
          <a:xfrm>
            <a:off x="8329594" y="4597531"/>
            <a:ext cx="540000" cy="5400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g284d08330cf_0_50"/>
          <p:cNvSpPr txBox="1"/>
          <p:nvPr>
            <p:ph idx="9" type="body"/>
          </p:nvPr>
        </p:nvSpPr>
        <p:spPr>
          <a:xfrm>
            <a:off x="8329592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284d08330cf_0_50"/>
          <p:cNvSpPr txBox="1"/>
          <p:nvPr>
            <p:ph idx="13" type="body"/>
          </p:nvPr>
        </p:nvSpPr>
        <p:spPr>
          <a:xfrm>
            <a:off x="879480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284d08330cf_0_50"/>
          <p:cNvSpPr txBox="1"/>
          <p:nvPr>
            <p:ph idx="14" type="body"/>
          </p:nvPr>
        </p:nvSpPr>
        <p:spPr>
          <a:xfrm>
            <a:off x="4612031" y="5311436"/>
            <a:ext cx="2844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284d08330cf_0_50"/>
          <p:cNvSpPr txBox="1"/>
          <p:nvPr>
            <p:ph idx="15" type="body"/>
          </p:nvPr>
        </p:nvSpPr>
        <p:spPr>
          <a:xfrm>
            <a:off x="879481" y="3261944"/>
            <a:ext cx="2827200" cy="57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Geologica Light"/>
                <a:ea typeface="Geologica Light"/>
                <a:cs typeface="Geologica Light"/>
                <a:sym typeface="Geologica Light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 qr">
  <p:cSld name="Финальный слайд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870f9e6fac_0_71"/>
          <p:cNvSpPr/>
          <p:nvPr/>
        </p:nvSpPr>
        <p:spPr>
          <a:xfrm>
            <a:off x="7997251" y="586452"/>
            <a:ext cx="3600000" cy="3600000"/>
          </a:xfrm>
          <a:prstGeom prst="roundRect">
            <a:avLst>
              <a:gd fmla="val 839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g2870f9e6fac_0_71"/>
          <p:cNvSpPr txBox="1"/>
          <p:nvPr>
            <p:ph idx="1" type="body"/>
          </p:nvPr>
        </p:nvSpPr>
        <p:spPr>
          <a:xfrm>
            <a:off x="587375" y="4171415"/>
            <a:ext cx="6531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g2870f9e6fac_0_71"/>
          <p:cNvSpPr txBox="1"/>
          <p:nvPr>
            <p:ph type="title"/>
          </p:nvPr>
        </p:nvSpPr>
        <p:spPr>
          <a:xfrm>
            <a:off x="587376" y="586452"/>
            <a:ext cx="65310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pic>
        <p:nvPicPr>
          <p:cNvPr id="254" name="Google Shape;254;g2870f9e6fac_0_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71" y="5935162"/>
            <a:ext cx="1130917" cy="29976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2870f9e6fac_0_71"/>
          <p:cNvSpPr txBox="1"/>
          <p:nvPr>
            <p:ph idx="2" type="body"/>
          </p:nvPr>
        </p:nvSpPr>
        <p:spPr>
          <a:xfrm>
            <a:off x="8183217" y="5870781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g2870f9e6fac_0_71"/>
          <p:cNvSpPr/>
          <p:nvPr>
            <p:ph idx="3" type="pic"/>
          </p:nvPr>
        </p:nvSpPr>
        <p:spPr>
          <a:xfrm>
            <a:off x="8192551" y="781752"/>
            <a:ext cx="3209400" cy="320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7" name="Google Shape;257;g2870f9e6fac_0_71"/>
          <p:cNvSpPr txBox="1"/>
          <p:nvPr>
            <p:ph idx="4" type="body"/>
          </p:nvPr>
        </p:nvSpPr>
        <p:spPr>
          <a:xfrm>
            <a:off x="594748" y="4598572"/>
            <a:ext cx="6523627" cy="675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ноформатные скрины">
  <p:cSld name="Разноформатные скрины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1"/>
          <p:cNvSpPr/>
          <p:nvPr>
            <p:ph idx="2" type="pic"/>
          </p:nvPr>
        </p:nvSpPr>
        <p:spPr>
          <a:xfrm>
            <a:off x="7004304" y="584200"/>
            <a:ext cx="4600320" cy="5581650"/>
          </a:xfrm>
          <a:prstGeom prst="roundRect">
            <a:avLst>
              <a:gd fmla="val 3731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595959">
                <a:alpha val="20000"/>
              </a:srgbClr>
            </a:outerShdw>
          </a:effectLst>
        </p:spPr>
      </p:sp>
      <p:sp>
        <p:nvSpPr>
          <p:cNvPr id="260" name="Google Shape;260;p101"/>
          <p:cNvSpPr/>
          <p:nvPr>
            <p:ph idx="3" type="pic"/>
          </p:nvPr>
        </p:nvSpPr>
        <p:spPr>
          <a:xfrm>
            <a:off x="587374" y="584200"/>
            <a:ext cx="6069458" cy="3603752"/>
          </a:xfrm>
          <a:prstGeom prst="roundRect">
            <a:avLst>
              <a:gd fmla="val 5374" name="adj"/>
            </a:avLst>
          </a:prstGeom>
          <a:solidFill>
            <a:schemeClr val="lt1"/>
          </a:solidFill>
          <a:ln cap="flat" cmpd="sng" w="19050">
            <a:solidFill>
              <a:schemeClr val="dk1">
                <a:alpha val="20000"/>
              </a:schemeClr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rotWithShape="0" algn="ctr" dir="5400000" dist="63500">
              <a:srgbClr val="595959">
                <a:alpha val="20000"/>
              </a:srgbClr>
            </a:outerShdw>
          </a:effectLst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тезиса на слайде">
  <p:cSld name="2 тезиса на слайде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4"/>
          <p:cNvSpPr txBox="1"/>
          <p:nvPr>
            <p:ph idx="1" type="body"/>
          </p:nvPr>
        </p:nvSpPr>
        <p:spPr>
          <a:xfrm>
            <a:off x="587375" y="1115711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54"/>
          <p:cNvSpPr txBox="1"/>
          <p:nvPr>
            <p:ph idx="2" type="body"/>
          </p:nvPr>
        </p:nvSpPr>
        <p:spPr>
          <a:xfrm>
            <a:off x="4663429" y="3429000"/>
            <a:ext cx="6943247" cy="1588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фактов">
  <p:cSld name="4 факта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1"/>
          <p:cNvSpPr txBox="1"/>
          <p:nvPr>
            <p:ph idx="1" type="subTitle"/>
          </p:nvPr>
        </p:nvSpPr>
        <p:spPr>
          <a:xfrm>
            <a:off x="600231" y="4328998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6" name="Google Shape;266;p61"/>
          <p:cNvSpPr txBox="1"/>
          <p:nvPr>
            <p:ph idx="2" type="body"/>
          </p:nvPr>
        </p:nvSpPr>
        <p:spPr>
          <a:xfrm>
            <a:off x="4362301" y="3533709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61"/>
          <p:cNvSpPr txBox="1"/>
          <p:nvPr>
            <p:ph idx="3" type="body"/>
          </p:nvPr>
        </p:nvSpPr>
        <p:spPr>
          <a:xfrm>
            <a:off x="8148863" y="4790663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61"/>
          <p:cNvSpPr txBox="1"/>
          <p:nvPr>
            <p:ph idx="4" type="body"/>
          </p:nvPr>
        </p:nvSpPr>
        <p:spPr>
          <a:xfrm>
            <a:off x="600231" y="3358933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69" name="Google Shape;269;p61"/>
          <p:cNvSpPr txBox="1"/>
          <p:nvPr>
            <p:ph idx="5" type="body"/>
          </p:nvPr>
        </p:nvSpPr>
        <p:spPr>
          <a:xfrm>
            <a:off x="4362302" y="2550355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70" name="Google Shape;270;p61"/>
          <p:cNvSpPr txBox="1"/>
          <p:nvPr>
            <p:ph idx="6" type="body"/>
          </p:nvPr>
        </p:nvSpPr>
        <p:spPr>
          <a:xfrm>
            <a:off x="8148863" y="3809879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71" name="Google Shape;271;p61"/>
          <p:cNvSpPr txBox="1"/>
          <p:nvPr>
            <p:ph idx="7" type="body"/>
          </p:nvPr>
        </p:nvSpPr>
        <p:spPr>
          <a:xfrm>
            <a:off x="8148863" y="2350380"/>
            <a:ext cx="324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61"/>
          <p:cNvSpPr txBox="1"/>
          <p:nvPr>
            <p:ph idx="8" type="body"/>
          </p:nvPr>
        </p:nvSpPr>
        <p:spPr>
          <a:xfrm>
            <a:off x="8148863" y="1382737"/>
            <a:ext cx="648208" cy="90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b="1" sz="6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2pPr>
            <a:lvl3pPr indent="-3429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3pPr>
            <a:lvl4pPr indent="-3429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⏤"/>
              <a:defRPr b="1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9pPr>
          </a:lstStyle>
          <a:p/>
        </p:txBody>
      </p:sp>
      <p:sp>
        <p:nvSpPr>
          <p:cNvPr id="273" name="Google Shape;273;p61"/>
          <p:cNvSpPr txBox="1"/>
          <p:nvPr>
            <p:ph type="title"/>
          </p:nvPr>
        </p:nvSpPr>
        <p:spPr>
          <a:xfrm>
            <a:off x="587375" y="584200"/>
            <a:ext cx="11017249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 фото вертик">
  <p:cSld name="1_ фото вертик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8"/>
          <p:cNvSpPr txBox="1"/>
          <p:nvPr>
            <p:ph idx="1" type="body"/>
          </p:nvPr>
        </p:nvSpPr>
        <p:spPr>
          <a:xfrm>
            <a:off x="587376" y="2528888"/>
            <a:ext cx="7127874" cy="3621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⏤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68"/>
          <p:cNvSpPr txBox="1"/>
          <p:nvPr>
            <p:ph type="title"/>
          </p:nvPr>
        </p:nvSpPr>
        <p:spPr>
          <a:xfrm>
            <a:off x="587376" y="584200"/>
            <a:ext cx="7127874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77" name="Google Shape;277;p68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фото 1 1">
  <p:cSld name="2 фото_2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84d08330cf_0_20"/>
          <p:cNvSpPr/>
          <p:nvPr>
            <p:ph idx="2" type="pic"/>
          </p:nvPr>
        </p:nvSpPr>
        <p:spPr>
          <a:xfrm>
            <a:off x="8112626" y="587200"/>
            <a:ext cx="349199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0" name="Google Shape;280;g284d08330cf_0_20"/>
          <p:cNvSpPr/>
          <p:nvPr>
            <p:ph idx="3" type="pic"/>
          </p:nvPr>
        </p:nvSpPr>
        <p:spPr>
          <a:xfrm>
            <a:off x="587375" y="587376"/>
            <a:ext cx="7238849" cy="557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в 3 колонки">
  <p:cSld name="Заголовок + текст в 3 колонки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3"/>
          <p:cNvSpPr txBox="1"/>
          <p:nvPr>
            <p:ph type="title"/>
          </p:nvPr>
        </p:nvSpPr>
        <p:spPr>
          <a:xfrm>
            <a:off x="587375" y="584200"/>
            <a:ext cx="110172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eologica Medium"/>
              <a:buNone/>
              <a:defRPr>
                <a:latin typeface="Geologica Medium"/>
                <a:ea typeface="Geologica Medium"/>
                <a:cs typeface="Geologica Medium"/>
                <a:sym typeface="Geologica Medium"/>
              </a:defRPr>
            </a:lvl9pPr>
          </a:lstStyle>
          <a:p/>
        </p:txBody>
      </p:sp>
      <p:sp>
        <p:nvSpPr>
          <p:cNvPr id="283" name="Google Shape;283;p83"/>
          <p:cNvSpPr txBox="1"/>
          <p:nvPr>
            <p:ph idx="1" type="body"/>
          </p:nvPr>
        </p:nvSpPr>
        <p:spPr>
          <a:xfrm>
            <a:off x="4195798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4" name="Google Shape;284;p83"/>
          <p:cNvSpPr txBox="1"/>
          <p:nvPr>
            <p:ph idx="2" type="body"/>
          </p:nvPr>
        </p:nvSpPr>
        <p:spPr>
          <a:xfrm>
            <a:off x="779310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85" name="Google Shape;285;p83"/>
          <p:cNvSpPr txBox="1"/>
          <p:nvPr>
            <p:ph idx="3" type="body"/>
          </p:nvPr>
        </p:nvSpPr>
        <p:spPr>
          <a:xfrm>
            <a:off x="586324" y="4529684"/>
            <a:ext cx="2884488" cy="16361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302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⏤"/>
              <a:defRPr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587375" y="584200"/>
            <a:ext cx="11017249" cy="1106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1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587375" y="1825625"/>
            <a:ext cx="11017249" cy="434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⏤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⏤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⏤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5873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8614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8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marketplace.visualstudio.com/items?itemName=ms-dotnettools.vscode-dotnet-runtime" TargetMode="External"/><Relationship Id="rId5" Type="http://schemas.openxmlformats.org/officeDocument/2006/relationships/hyperlink" Target="https://marketplace.visualstudio.com/items?itemName=ms-dotnettools.csharp" TargetMode="External"/><Relationship Id="rId6" Type="http://schemas.openxmlformats.org/officeDocument/2006/relationships/hyperlink" Target="https://marketplace.visualstudio.com/items?itemName=ms-dotnettools.csdevkit" TargetMode="External"/><Relationship Id="rId7" Type="http://schemas.openxmlformats.org/officeDocument/2006/relationships/hyperlink" Target="https://marketplace.visualstudio.com/items?itemName=ms-dotnettools.vscodeintellicode-csharp" TargetMode="External"/><Relationship Id="rId8" Type="http://schemas.openxmlformats.org/officeDocument/2006/relationships/hyperlink" Target="https://marketplace.visualstudio.com/items?itemName=usernamehw.errorlen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marketplace.visualstudio.com/items?itemName=k--kato.docomment" TargetMode="External"/><Relationship Id="rId5" Type="http://schemas.openxmlformats.org/officeDocument/2006/relationships/hyperlink" Target="https://marketplace.visualstudio.com/items?itemName=christian-kohler.path-intellisense" TargetMode="External"/><Relationship Id="rId6" Type="http://schemas.openxmlformats.org/officeDocument/2006/relationships/hyperlink" Target="https://marketplace.visualstudio.com/items?itemName=aliasadidev.nugetpackagemanagergui" TargetMode="External"/><Relationship Id="rId7" Type="http://schemas.openxmlformats.org/officeDocument/2006/relationships/hyperlink" Target="https://marketplace.visualstudio.com/items?itemName=humao.rest-clien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hyperlink" Target="https://www.postman.com/downloads/" TargetMode="External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f146fba93f_1_0"/>
          <p:cNvSpPr txBox="1"/>
          <p:nvPr>
            <p:ph idx="1" type="body"/>
          </p:nvPr>
        </p:nvSpPr>
        <p:spPr>
          <a:xfrm>
            <a:off x="594748" y="4218108"/>
            <a:ext cx="540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92" name="Google Shape;292;g2f146fba93f_1_0"/>
          <p:cNvSpPr txBox="1"/>
          <p:nvPr>
            <p:ph idx="2" type="body"/>
          </p:nvPr>
        </p:nvSpPr>
        <p:spPr>
          <a:xfrm>
            <a:off x="594748" y="4598572"/>
            <a:ext cx="54000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Курс: “Введение в корпоративную разработку”</a:t>
            </a:r>
            <a:endParaRPr/>
          </a:p>
        </p:txBody>
      </p:sp>
      <p:sp>
        <p:nvSpPr>
          <p:cNvPr id="293" name="Google Shape;293;g2f146fba93f_1_0"/>
          <p:cNvSpPr txBox="1"/>
          <p:nvPr>
            <p:ph idx="3" type="body"/>
          </p:nvPr>
        </p:nvSpPr>
        <p:spPr>
          <a:xfrm>
            <a:off x="8183217" y="5961666"/>
            <a:ext cx="34215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kontur.ru</a:t>
            </a:r>
            <a:endParaRPr/>
          </a:p>
        </p:txBody>
      </p:sp>
      <p:pic>
        <p:nvPicPr>
          <p:cNvPr id="294" name="Google Shape;294;g2f146fba93f_1_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5214" y="584201"/>
            <a:ext cx="3959400" cy="395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95" name="Google Shape;295;g2f146fba93f_1_0"/>
          <p:cNvSpPr txBox="1"/>
          <p:nvPr>
            <p:ph type="title"/>
          </p:nvPr>
        </p:nvSpPr>
        <p:spPr>
          <a:xfrm>
            <a:off x="594749" y="584200"/>
            <a:ext cx="5400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ASP.NET Core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Начало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587375" y="584200"/>
            <a:ext cx="5941016" cy="1257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Разминка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670650" y="2544238"/>
            <a:ext cx="5940900" cy="3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-RU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❓ Чем корпоративные приложения отличаются от пет проектов и стартапов❓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300" y="0"/>
            <a:ext cx="5121700" cy="67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 txBox="1"/>
          <p:nvPr>
            <p:ph idx="1" type="body"/>
          </p:nvPr>
        </p:nvSpPr>
        <p:spPr>
          <a:xfrm>
            <a:off x="587375" y="2361275"/>
            <a:ext cx="6171000" cy="205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</a:pPr>
            <a:r>
              <a:rPr lang="ru-RU" sz="3200">
                <a:latin typeface="Geologica Light"/>
                <a:ea typeface="Geologica Light"/>
                <a:cs typeface="Geologica Light"/>
                <a:sym typeface="Geologica Light"/>
              </a:rPr>
              <a:t>❓Как проходит рабочий день бэкенд-разработчика❓</a:t>
            </a:r>
            <a:endParaRPr sz="3200">
              <a:latin typeface="Geologica Light"/>
              <a:ea typeface="Geologica Light"/>
              <a:cs typeface="Geologica Light"/>
              <a:sym typeface="Geologica Light"/>
            </a:endParaRPr>
          </a:p>
        </p:txBody>
      </p:sp>
      <p:pic>
        <p:nvPicPr>
          <p:cNvPr id="308" name="Google Shape;30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0775" y="358025"/>
            <a:ext cx="5128824" cy="611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"/>
          <p:cNvSpPr txBox="1"/>
          <p:nvPr>
            <p:ph type="title"/>
          </p:nvPr>
        </p:nvSpPr>
        <p:spPr>
          <a:xfrm>
            <a:off x="587375" y="584200"/>
            <a:ext cx="59157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Почему C#?</a:t>
            </a:r>
            <a:endParaRPr/>
          </a:p>
        </p:txBody>
      </p:sp>
      <p:pic>
        <p:nvPicPr>
          <p:cNvPr id="314" name="Google Shape;3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2470368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3001081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353179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4062507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0"/>
          <p:cNvSpPr txBox="1"/>
          <p:nvPr/>
        </p:nvSpPr>
        <p:spPr>
          <a:xfrm>
            <a:off x="1165027" y="2557650"/>
            <a:ext cx="10497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Открытый исходный код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Кроссплатформенный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Хорошая дока, постоянное развитие, большое сообщество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Простая асинхронщина, безопасные типы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LINQ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9" name="Google Shape;3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137" y="4593232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 txBox="1"/>
          <p:nvPr>
            <p:ph idx="1" type="body"/>
          </p:nvPr>
        </p:nvSpPr>
        <p:spPr>
          <a:xfrm>
            <a:off x="8522375" y="5295125"/>
            <a:ext cx="30822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и еще многое другое…</a:t>
            </a:r>
            <a:endParaRPr/>
          </a:p>
        </p:txBody>
      </p:sp>
      <p:sp>
        <p:nvSpPr>
          <p:cNvPr id="321" name="Google Shape;321;p10"/>
          <p:cNvSpPr txBox="1"/>
          <p:nvPr>
            <p:ph type="title"/>
          </p:nvPr>
        </p:nvSpPr>
        <p:spPr>
          <a:xfrm>
            <a:off x="5059625" y="386175"/>
            <a:ext cx="1259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 sz="6000"/>
              <a:t>🤔</a:t>
            </a:r>
            <a:endParaRPr sz="6000">
              <a:latin typeface="Geologica Medium"/>
              <a:ea typeface="Geologica Medium"/>
              <a:cs typeface="Geologica Medium"/>
              <a:sym typeface="Geologic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c9ae88fcc_0_7"/>
          <p:cNvSpPr txBox="1"/>
          <p:nvPr>
            <p:ph type="title"/>
          </p:nvPr>
        </p:nvSpPr>
        <p:spPr>
          <a:xfrm>
            <a:off x="587375" y="584200"/>
            <a:ext cx="59157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ASP.NET Core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27" name="Google Shape;327;g37c9ae88fc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7" y="1677793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7c9ae88fc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7" y="2208506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7c9ae88fc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7" y="2739219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7c9ae88fc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7" y="3578632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7c9ae88fcc_0_7"/>
          <p:cNvSpPr txBox="1"/>
          <p:nvPr/>
        </p:nvSpPr>
        <p:spPr>
          <a:xfrm>
            <a:off x="1107027" y="1765075"/>
            <a:ext cx="10497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Открытый исходный код (https://github.com/dotnet/aspnetcore/)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Кроссплатформенный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Kestrel - высокопроизводительный HTTP-сервер для прослушивания запросов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Встроенное внедрение зависимостей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Простая конфигурация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Трассировка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g37c9ae88fc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7" y="4126057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7c9ae88fcc_0_7"/>
          <p:cNvSpPr txBox="1"/>
          <p:nvPr>
            <p:ph idx="1" type="body"/>
          </p:nvPr>
        </p:nvSpPr>
        <p:spPr>
          <a:xfrm>
            <a:off x="8522425" y="4894650"/>
            <a:ext cx="30822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и еще многое другое…</a:t>
            </a:r>
            <a:endParaRPr/>
          </a:p>
        </p:txBody>
      </p:sp>
      <p:pic>
        <p:nvPicPr>
          <p:cNvPr id="334" name="Google Shape;334;g37c9ae88fc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37" y="4673482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c9ae88fcc_0_2"/>
          <p:cNvSpPr txBox="1"/>
          <p:nvPr>
            <p:ph type="title"/>
          </p:nvPr>
        </p:nvSpPr>
        <p:spPr>
          <a:xfrm>
            <a:off x="587375" y="584200"/>
            <a:ext cx="110172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ru-RU"/>
              <a:t>ASP.NET Core</a:t>
            </a:r>
            <a:endParaRPr/>
          </a:p>
        </p:txBody>
      </p:sp>
      <p:pic>
        <p:nvPicPr>
          <p:cNvPr id="340" name="Google Shape;340;g37c9ae88fcc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2800" y="1444750"/>
            <a:ext cx="8757135" cy="49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3"/>
          <p:cNvSpPr txBox="1"/>
          <p:nvPr/>
        </p:nvSpPr>
        <p:spPr>
          <a:xfrm>
            <a:off x="1073650" y="2960175"/>
            <a:ext cx="10497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.NET 8.0 SDK (https://dotnet.microsoft.com/en-us/download)</a:t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VS Code (https://code.visualstudio.com/download)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93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Инструменты на первых этапах</a:t>
            </a:r>
            <a:endParaRPr/>
          </a:p>
        </p:txBody>
      </p:sp>
      <p:pic>
        <p:nvPicPr>
          <p:cNvPr id="347" name="Google Shape;34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762" y="2822818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93"/>
          <p:cNvPicPr preferRelativeResize="0"/>
          <p:nvPr/>
        </p:nvPicPr>
        <p:blipFill rotWithShape="1">
          <a:blip r:embed="rId3">
            <a:alphaModFix/>
          </a:blip>
          <a:srcRect b="12570" l="0" r="0" t="-12570"/>
          <a:stretch/>
        </p:blipFill>
        <p:spPr>
          <a:xfrm>
            <a:off x="457762" y="3326818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7cf7d6601f_1_0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Расширения для VS Code </a:t>
            </a:r>
            <a:endParaRPr/>
          </a:p>
        </p:txBody>
      </p:sp>
      <p:pic>
        <p:nvPicPr>
          <p:cNvPr id="354" name="Google Shape;354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2587825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3167874"/>
            <a:ext cx="368500" cy="3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7cf7d6601f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3662490"/>
            <a:ext cx="368489" cy="368489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7cf7d6601f_1_0"/>
          <p:cNvSpPr txBox="1"/>
          <p:nvPr/>
        </p:nvSpPr>
        <p:spPr>
          <a:xfrm>
            <a:off x="1107025" y="2628475"/>
            <a:ext cx="10497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i="1" lang="ru-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.NET Install Tool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для обновления версий dotnet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-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C# for Visual Studio Code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поддержка синтаксиса C#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i="1" lang="ru-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C# Dev Kit for Visual Studio Code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более расширенная поддержка (тесты, и т.д.)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ru-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IntelliCode for C# Dev Kit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подсказки при написании кода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2400"/>
              </a:spcBef>
              <a:spcAft>
                <a:spcPts val="6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Error Lens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подсветка ошибок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8" name="Google Shape;358;g37cf7d6601f_1_0"/>
          <p:cNvPicPr preferRelativeResize="0"/>
          <p:nvPr/>
        </p:nvPicPr>
        <p:blipFill rotWithShape="1">
          <a:blip r:embed="rId3">
            <a:alphaModFix/>
          </a:blip>
          <a:srcRect b="13580" l="0" r="0" t="-13580"/>
          <a:stretch/>
        </p:blipFill>
        <p:spPr>
          <a:xfrm>
            <a:off x="519800" y="4260975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7cf7d6601f_1_0"/>
          <p:cNvPicPr preferRelativeResize="0"/>
          <p:nvPr/>
        </p:nvPicPr>
        <p:blipFill rotWithShape="1">
          <a:blip r:embed="rId3">
            <a:alphaModFix/>
          </a:blip>
          <a:srcRect b="13580" l="0" r="0" t="-13580"/>
          <a:stretch/>
        </p:blipFill>
        <p:spPr>
          <a:xfrm>
            <a:off x="519800" y="4859475"/>
            <a:ext cx="368489" cy="36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d019785d0_0_22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Расширения для VS Code </a:t>
            </a:r>
            <a:endParaRPr/>
          </a:p>
        </p:txBody>
      </p:sp>
      <p:pic>
        <p:nvPicPr>
          <p:cNvPr id="365" name="Google Shape;365;g37d019785d0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2729675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7d019785d0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3601724"/>
            <a:ext cx="368500" cy="3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7d019785d0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4168237"/>
            <a:ext cx="368489" cy="36848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7d019785d0_0_22"/>
          <p:cNvSpPr txBox="1"/>
          <p:nvPr/>
        </p:nvSpPr>
        <p:spPr>
          <a:xfrm>
            <a:off x="1107025" y="2770325"/>
            <a:ext cx="10497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i="1"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XML Documentation Comments Support for Visual Studio Code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автогенерация документация в коде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i="1"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Path Intellisense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подсказки для написания пути файлов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i="1"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NuGet Package Manager GUI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менеджер пакетов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i="1"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REST Client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для тестирования запросов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9" name="Google Shape;369;g37d019785d0_0_22"/>
          <p:cNvPicPr preferRelativeResize="0"/>
          <p:nvPr/>
        </p:nvPicPr>
        <p:blipFill rotWithShape="1">
          <a:blip r:embed="rId3">
            <a:alphaModFix/>
          </a:blip>
          <a:srcRect b="13580" l="0" r="0" t="-13580"/>
          <a:stretch/>
        </p:blipFill>
        <p:spPr>
          <a:xfrm>
            <a:off x="519800" y="4710625"/>
            <a:ext cx="368489" cy="36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cf7d6601f_1_28"/>
          <p:cNvSpPr txBox="1"/>
          <p:nvPr/>
        </p:nvSpPr>
        <p:spPr>
          <a:xfrm>
            <a:off x="1107025" y="1827550"/>
            <a:ext cx="10497600" cy="2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 VS Code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Открыть </a:t>
            </a:r>
            <a:r>
              <a:rPr lang="ru-RU" sz="20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Command Palette (Ctrl+Shift+P или Cmd</a:t>
            </a:r>
            <a:r>
              <a:rPr lang="ru-RU" sz="20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+Shift+P)</a:t>
            </a:r>
            <a:endParaRPr sz="2000">
              <a:solidFill>
                <a:schemeClr val="dk1"/>
              </a:solidFill>
              <a:highlight>
                <a:srgbClr val="59595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Набрать </a:t>
            </a:r>
            <a:r>
              <a:rPr lang="ru-RU" sz="20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'shell command'</a:t>
            </a:r>
            <a:endParaRPr sz="2000">
              <a:solidFill>
                <a:schemeClr val="dk1"/>
              </a:solidFill>
              <a:highlight>
                <a:srgbClr val="59595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Запустить: </a:t>
            </a:r>
            <a:r>
              <a:rPr lang="ru-RU" sz="20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‘Shell Command: Install 'code' command in PATH command.’</a:t>
            </a:r>
            <a:endParaRPr sz="2000">
              <a:solidFill>
                <a:schemeClr val="dk1"/>
              </a:solidFill>
              <a:highlight>
                <a:srgbClr val="595959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Перезапустить командную строку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g37cf7d6601f_1_28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Запуск VS Code из консоли</a:t>
            </a:r>
            <a:endParaRPr/>
          </a:p>
        </p:txBody>
      </p:sp>
      <p:pic>
        <p:nvPicPr>
          <p:cNvPr id="376" name="Google Shape;376;g37cf7d6601f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1786900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7cf7d6601f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2386724"/>
            <a:ext cx="368500" cy="3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7cf7d6601f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2946986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7cf7d6601f_1_28"/>
          <p:cNvPicPr preferRelativeResize="0"/>
          <p:nvPr/>
        </p:nvPicPr>
        <p:blipFill rotWithShape="1">
          <a:blip r:embed="rId3">
            <a:alphaModFix/>
          </a:blip>
          <a:srcRect b="13580" l="0" r="0" t="-13580"/>
          <a:stretch/>
        </p:blipFill>
        <p:spPr>
          <a:xfrm>
            <a:off x="519800" y="3432725"/>
            <a:ext cx="368489" cy="368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7cf7d6601f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00" y="4018618"/>
            <a:ext cx="368489" cy="36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cf7d6601f_1_15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Первое веб-приложение</a:t>
            </a:r>
            <a:endParaRPr/>
          </a:p>
        </p:txBody>
      </p:sp>
      <p:sp>
        <p:nvSpPr>
          <p:cNvPr id="386" name="Google Shape;386;g37cf7d6601f_1_15"/>
          <p:cNvSpPr txBox="1"/>
          <p:nvPr/>
        </p:nvSpPr>
        <p:spPr>
          <a:xfrm>
            <a:off x="587375" y="1819200"/>
            <a:ext cx="1049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Создать папку для проектов: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7" name="Google Shape;387;g37cf7d6601f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975" y="4504525"/>
            <a:ext cx="6129350" cy="22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7cf7d6601f_1_15"/>
          <p:cNvSpPr txBox="1"/>
          <p:nvPr/>
        </p:nvSpPr>
        <p:spPr>
          <a:xfrm>
            <a:off x="1087950" y="2355382"/>
            <a:ext cx="36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mkdir WebProjects</a:t>
            </a:r>
            <a:endParaRPr sz="2000">
              <a:solidFill>
                <a:schemeClr val="dk1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g37cf7d6601f_1_15"/>
          <p:cNvSpPr txBox="1"/>
          <p:nvPr/>
        </p:nvSpPr>
        <p:spPr>
          <a:xfrm>
            <a:off x="1087950" y="3567174"/>
            <a:ext cx="409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cd WebProjects/HelloWorld</a:t>
            </a:r>
            <a:endParaRPr sz="2000">
              <a:solidFill>
                <a:schemeClr val="dk1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g37cf7d6601f_1_15"/>
          <p:cNvSpPr txBox="1"/>
          <p:nvPr/>
        </p:nvSpPr>
        <p:spPr>
          <a:xfrm>
            <a:off x="1087950" y="2985755"/>
            <a:ext cx="1049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mkdir HelloWorld</a:t>
            </a:r>
            <a:endParaRPr sz="2000">
              <a:solidFill>
                <a:schemeClr val="dk1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1" name="Google Shape;391;g37cf7d6601f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137" y="2269956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g37cf7d6601f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137" y="2900964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7cf7d6601f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137" y="3473393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7cf7d6601f_1_15"/>
          <p:cNvSpPr txBox="1"/>
          <p:nvPr/>
        </p:nvSpPr>
        <p:spPr>
          <a:xfrm>
            <a:off x="1116600" y="4658862"/>
            <a:ext cx="409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code .</a:t>
            </a:r>
            <a:endParaRPr sz="2000">
              <a:solidFill>
                <a:schemeClr val="dk1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g37cf7d6601f_1_15"/>
          <p:cNvSpPr txBox="1"/>
          <p:nvPr/>
        </p:nvSpPr>
        <p:spPr>
          <a:xfrm>
            <a:off x="1116600" y="4136958"/>
            <a:ext cx="1049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dotnet new web -o HelloWorld</a:t>
            </a:r>
            <a:endParaRPr sz="2000">
              <a:solidFill>
                <a:schemeClr val="dk1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6" name="Google Shape;396;g37cf7d6601f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787" y="4019227"/>
            <a:ext cx="464734" cy="464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g37cf7d6601f_1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787" y="4565081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cf7d6601f_1_47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Структура проекта</a:t>
            </a:r>
            <a:endParaRPr/>
          </a:p>
        </p:txBody>
      </p:sp>
      <p:pic>
        <p:nvPicPr>
          <p:cNvPr id="403" name="Google Shape;403;g37cf7d6601f_1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375" y="1645000"/>
            <a:ext cx="8934450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7cf7d6601f_1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1975" y="4504525"/>
            <a:ext cx="6129350" cy="22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cf7d6601f_1_60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Код простого веб-приложения</a:t>
            </a:r>
            <a:endParaRPr/>
          </a:p>
        </p:txBody>
      </p:sp>
      <p:sp>
        <p:nvSpPr>
          <p:cNvPr id="410" name="Google Shape;410;g37cf7d6601f_1_60"/>
          <p:cNvSpPr txBox="1"/>
          <p:nvPr/>
        </p:nvSpPr>
        <p:spPr>
          <a:xfrm>
            <a:off x="587375" y="2001600"/>
            <a:ext cx="9645000" cy="29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 sz="21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WebApplication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-RU" sz="21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CreateBuilder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-RU" sz="21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1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 sz="21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-RU" sz="21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Build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21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u-RU" sz="21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-RU" sz="21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MapGet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-RU" sz="21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() 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-RU" sz="21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"Hello World!"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1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-RU" sz="21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-RU" sz="21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ru-RU" sz="21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1" name="Google Shape;411;g37cf7d6601f_1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975" y="4504525"/>
            <a:ext cx="6129350" cy="22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cf7d6601f_1_77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Запуск</a:t>
            </a:r>
            <a:endParaRPr/>
          </a:p>
        </p:txBody>
      </p:sp>
      <p:sp>
        <p:nvSpPr>
          <p:cNvPr id="417" name="Google Shape;417;g37cf7d6601f_1_77"/>
          <p:cNvSpPr txBox="1"/>
          <p:nvPr/>
        </p:nvSpPr>
        <p:spPr>
          <a:xfrm>
            <a:off x="587375" y="1819200"/>
            <a:ext cx="1049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Перейти в папку с </a:t>
            </a:r>
            <a:r>
              <a:rPr lang="ru-RU" sz="1800">
                <a:solidFill>
                  <a:schemeClr val="dk1"/>
                </a:solidFill>
                <a:highlight>
                  <a:srgbClr val="595959"/>
                </a:highlight>
                <a:latin typeface="Montserrat"/>
                <a:ea typeface="Montserrat"/>
                <a:cs typeface="Montserrat"/>
                <a:sym typeface="Montserrat"/>
              </a:rPr>
              <a:t>.csproj</a:t>
            </a: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и запустить проект: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8" name="Google Shape;418;g37cf7d6601f_1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975" y="4504525"/>
            <a:ext cx="6129350" cy="22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7cf7d6601f_1_77"/>
          <p:cNvSpPr txBox="1"/>
          <p:nvPr/>
        </p:nvSpPr>
        <p:spPr>
          <a:xfrm>
            <a:off x="1138023" y="2349100"/>
            <a:ext cx="994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cd WebProjects/HelloWorld/HelloWorld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перейти в папку проекта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0" name="Google Shape;420;g37cf7d6601f_1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862" y="2255318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7cf7d6601f_1_77"/>
          <p:cNvSpPr txBox="1"/>
          <p:nvPr/>
        </p:nvSpPr>
        <p:spPr>
          <a:xfrm>
            <a:off x="1116610" y="2918883"/>
            <a:ext cx="1049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dotnet run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Запустить проект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2" name="Google Shape;422;g37cf7d6601f_1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797" y="2801152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7cf7d6601f_1_77"/>
          <p:cNvSpPr txBox="1"/>
          <p:nvPr/>
        </p:nvSpPr>
        <p:spPr>
          <a:xfrm>
            <a:off x="531200" y="3398275"/>
            <a:ext cx="1049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Или если не переходить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g37cf7d6601f_1_77"/>
          <p:cNvSpPr txBox="1"/>
          <p:nvPr/>
        </p:nvSpPr>
        <p:spPr>
          <a:xfrm>
            <a:off x="1116610" y="3925608"/>
            <a:ext cx="1049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dotnet run --project  HelloWorld/HelloWorld.csproj</a:t>
            </a: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Запустить проект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g37cf7d6601f_1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797" y="3807877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d019785d0_0_4"/>
          <p:cNvSpPr txBox="1"/>
          <p:nvPr>
            <p:ph type="title"/>
          </p:nvPr>
        </p:nvSpPr>
        <p:spPr>
          <a:xfrm>
            <a:off x="587375" y="584200"/>
            <a:ext cx="10295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lang="ru-RU">
                <a:latin typeface="Geologica"/>
                <a:ea typeface="Geologica"/>
                <a:cs typeface="Geologica"/>
                <a:sym typeface="Geologica"/>
              </a:rPr>
              <a:t>Тестирвание запросов</a:t>
            </a:r>
            <a:endParaRPr/>
          </a:p>
        </p:txBody>
      </p:sp>
      <p:pic>
        <p:nvPicPr>
          <p:cNvPr id="431" name="Google Shape;431;g37d019785d0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975" y="4504525"/>
            <a:ext cx="6129350" cy="22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7d019785d0_0_4"/>
          <p:cNvSpPr txBox="1"/>
          <p:nvPr/>
        </p:nvSpPr>
        <p:spPr>
          <a:xfrm>
            <a:off x="1138023" y="2349100"/>
            <a:ext cx="994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i="1" lang="ru-RU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Postman</a:t>
            </a:r>
            <a:endParaRPr i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3" name="Google Shape;433;g37d019785d0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862" y="2255318"/>
            <a:ext cx="464734" cy="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7d019785d0_0_4"/>
          <p:cNvSpPr txBox="1"/>
          <p:nvPr/>
        </p:nvSpPr>
        <p:spPr>
          <a:xfrm>
            <a:off x="1116610" y="2918883"/>
            <a:ext cx="1049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REST Client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5" name="Google Shape;435;g37d019785d0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797" y="2801152"/>
            <a:ext cx="464734" cy="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heme Montserrat">
  <a:themeElements>
    <a:clrScheme name="Шаблон 2023">
      <a:dk1>
        <a:srgbClr val="FEFFFE"/>
      </a:dk1>
      <a:lt1>
        <a:srgbClr val="000000"/>
      </a:lt1>
      <a:dk2>
        <a:srgbClr val="F1F1F1"/>
      </a:dk2>
      <a:lt2>
        <a:srgbClr val="000000"/>
      </a:lt2>
      <a:accent1>
        <a:srgbClr val="00C5A7"/>
      </a:accent1>
      <a:accent2>
        <a:srgbClr val="FF8126"/>
      </a:accent2>
      <a:accent3>
        <a:srgbClr val="26AD50"/>
      </a:accent3>
      <a:accent4>
        <a:srgbClr val="FE5948"/>
      </a:accent4>
      <a:accent5>
        <a:srgbClr val="2191FE"/>
      </a:accent5>
      <a:accent6>
        <a:srgbClr val="B850CF"/>
      </a:accent6>
      <a:hlink>
        <a:srgbClr val="0671F6"/>
      </a:hlink>
      <a:folHlink>
        <a:srgbClr val="0570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2021-03-05T04:34:43Z</dcterms:created>
  <dc:creator>Ольга Преображенская</dc:creator>
</cp:coreProperties>
</file>